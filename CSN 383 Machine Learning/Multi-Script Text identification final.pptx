
<file path=[Content_Types].xml><?xml version="1.0" encoding="utf-8"?>
<Types xmlns="http://schemas.openxmlformats.org/package/2006/content-types">
  <Override PartName="/_rels/.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17.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12.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24.xml.rels" ContentType="application/vnd.openxmlformats-package.relationships+xml"/>
  <Override PartName="/ppt/slideLayouts/_rels/slideLayout23.xml.rels" ContentType="application/vnd.openxmlformats-package.relationships+xml"/>
  <Override PartName="/ppt/slideLayouts/_rels/slideLayout10.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22.xml" ContentType="application/vnd.openxmlformats-officedocument.presentationml.slideLayout+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_rels/presentation.xml.rels" ContentType="application/vnd.openxmlformats-package.relationships+xml"/>
  <Override PartName="/ppt/media/image21.png" ContentType="image/png"/>
  <Override PartName="/ppt/media/image20.png" ContentType="image/png"/>
  <Override PartName="/ppt/media/image19.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13.png" ContentType="image/png"/>
  <Override PartName="/ppt/media/image12.png" ContentType="image/png"/>
  <Override PartName="/ppt/media/image4.png" ContentType="image/png"/>
  <Override PartName="/ppt/media/image2.png" ContentType="image/png"/>
  <Override PartName="/ppt/media/image3.png" ContentType="image/png"/>
  <Override PartName="/ppt/media/image11.png" ContentType="image/png"/>
  <Override PartName="/ppt/media/image1.jpeg" ContentType="image/jpeg"/>
  <Override PartName="/ppt/media/image6.png" ContentType="image/png"/>
  <Override PartName="/ppt/media/image5.jpeg" ContentType="image/jpeg"/>
  <Override PartName="/ppt/media/image7.png" ContentType="image/png"/>
  <Override PartName="/ppt/media/image8.png" ContentType="image/png"/>
  <Override PartName="/ppt/media/image9.png" ContentType="image/png"/>
  <Override PartName="/ppt/media/image10.png" ContentType="image/png"/>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7" name="PlaceHolder 2"/>
          <p:cNvSpPr>
            <a:spLocks noGrp="1"/>
          </p:cNvSpPr>
          <p:nvPr>
            <p:ph type="subTitle"/>
          </p:nvPr>
        </p:nvSpPr>
        <p:spPr>
          <a:xfrm>
            <a:off x="685800" y="2142000"/>
            <a:ext cx="10131120" cy="3648600"/>
          </a:xfrm>
          <a:prstGeom prst="rect">
            <a:avLst/>
          </a:prstGeom>
        </p:spPr>
        <p:txBody>
          <a:bodyPr lIns="0" rIns="0" tIns="0" bIns="0" anchor="ctr"/>
          <a:p>
            <a:pPr algn="ctr"/>
            <a:endParaRPr b="0" lang="en-US" sz="3200" spc="-1" strike="noStrike">
              <a:solidFill>
                <a:srgbClr val="ffffff"/>
              </a:solidFill>
              <a:uFill>
                <a:solidFill>
                  <a:srgbClr val="ffffff"/>
                </a:solidFill>
              </a:u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9" name="PlaceHolder 2"/>
          <p:cNvSpPr>
            <a:spLocks noGrp="1"/>
          </p:cNvSpPr>
          <p:nvPr>
            <p:ph type="body"/>
          </p:nvPr>
        </p:nvSpPr>
        <p:spPr>
          <a:xfrm>
            <a:off x="685800" y="2142000"/>
            <a:ext cx="1013112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11" name="PlaceHolder 2"/>
          <p:cNvSpPr>
            <a:spLocks noGrp="1"/>
          </p:cNvSpPr>
          <p:nvPr>
            <p:ph type="body"/>
          </p:nvPr>
        </p:nvSpPr>
        <p:spPr>
          <a:xfrm>
            <a:off x="685800" y="2142000"/>
            <a:ext cx="494388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12" name="PlaceHolder 3"/>
          <p:cNvSpPr>
            <a:spLocks noGrp="1"/>
          </p:cNvSpPr>
          <p:nvPr>
            <p:ph type="body"/>
          </p:nvPr>
        </p:nvSpPr>
        <p:spPr>
          <a:xfrm>
            <a:off x="5877360" y="2142000"/>
            <a:ext cx="494388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85800" y="609480"/>
            <a:ext cx="10131120" cy="6749640"/>
          </a:xfrm>
          <a:prstGeom prst="rect">
            <a:avLst/>
          </a:prstGeom>
        </p:spPr>
        <p:txBody>
          <a:bodyPr lIns="0" rIns="0" tIns="0" bIns="0" anchor="ctr"/>
          <a:p>
            <a:pPr algn="ctr"/>
            <a:endParaRPr b="0" lang="en-US" sz="3200" spc="-1" strike="noStrike">
              <a:solidFill>
                <a:srgbClr val="ffffff"/>
              </a:solidFill>
              <a:uFill>
                <a:solidFill>
                  <a:srgbClr val="ffffff"/>
                </a:solidFill>
              </a:u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16" name="PlaceHolder 2"/>
          <p:cNvSpPr>
            <a:spLocks noGrp="1"/>
          </p:cNvSpPr>
          <p:nvPr>
            <p:ph type="body"/>
          </p:nvPr>
        </p:nvSpPr>
        <p:spPr>
          <a:xfrm>
            <a:off x="68580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17" name="PlaceHolder 3"/>
          <p:cNvSpPr>
            <a:spLocks noGrp="1"/>
          </p:cNvSpPr>
          <p:nvPr>
            <p:ph type="body"/>
          </p:nvPr>
        </p:nvSpPr>
        <p:spPr>
          <a:xfrm>
            <a:off x="685800" y="404784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18" name="PlaceHolder 4"/>
          <p:cNvSpPr>
            <a:spLocks noGrp="1"/>
          </p:cNvSpPr>
          <p:nvPr>
            <p:ph type="body"/>
          </p:nvPr>
        </p:nvSpPr>
        <p:spPr>
          <a:xfrm>
            <a:off x="5877360" y="2142000"/>
            <a:ext cx="494388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20" name="PlaceHolder 2"/>
          <p:cNvSpPr>
            <a:spLocks noGrp="1"/>
          </p:cNvSpPr>
          <p:nvPr>
            <p:ph type="body"/>
          </p:nvPr>
        </p:nvSpPr>
        <p:spPr>
          <a:xfrm>
            <a:off x="685800" y="2142000"/>
            <a:ext cx="494388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21" name="PlaceHolder 3"/>
          <p:cNvSpPr>
            <a:spLocks noGrp="1"/>
          </p:cNvSpPr>
          <p:nvPr>
            <p:ph type="body"/>
          </p:nvPr>
        </p:nvSpPr>
        <p:spPr>
          <a:xfrm>
            <a:off x="587736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22" name="PlaceHolder 4"/>
          <p:cNvSpPr>
            <a:spLocks noGrp="1"/>
          </p:cNvSpPr>
          <p:nvPr>
            <p:ph type="body"/>
          </p:nvPr>
        </p:nvSpPr>
        <p:spPr>
          <a:xfrm>
            <a:off x="5877360" y="404784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24" name="PlaceHolder 2"/>
          <p:cNvSpPr>
            <a:spLocks noGrp="1"/>
          </p:cNvSpPr>
          <p:nvPr>
            <p:ph type="body"/>
          </p:nvPr>
        </p:nvSpPr>
        <p:spPr>
          <a:xfrm>
            <a:off x="68580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25" name="PlaceHolder 3"/>
          <p:cNvSpPr>
            <a:spLocks noGrp="1"/>
          </p:cNvSpPr>
          <p:nvPr>
            <p:ph type="body"/>
          </p:nvPr>
        </p:nvSpPr>
        <p:spPr>
          <a:xfrm>
            <a:off x="587736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26" name="PlaceHolder 4"/>
          <p:cNvSpPr>
            <a:spLocks noGrp="1"/>
          </p:cNvSpPr>
          <p:nvPr>
            <p:ph type="body"/>
          </p:nvPr>
        </p:nvSpPr>
        <p:spPr>
          <a:xfrm>
            <a:off x="685800" y="4047840"/>
            <a:ext cx="1013112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28" name="PlaceHolder 2"/>
          <p:cNvSpPr>
            <a:spLocks noGrp="1"/>
          </p:cNvSpPr>
          <p:nvPr>
            <p:ph type="body"/>
          </p:nvPr>
        </p:nvSpPr>
        <p:spPr>
          <a:xfrm>
            <a:off x="685800" y="2142000"/>
            <a:ext cx="1013112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29" name="PlaceHolder 3"/>
          <p:cNvSpPr>
            <a:spLocks noGrp="1"/>
          </p:cNvSpPr>
          <p:nvPr>
            <p:ph type="body"/>
          </p:nvPr>
        </p:nvSpPr>
        <p:spPr>
          <a:xfrm>
            <a:off x="685800" y="4047840"/>
            <a:ext cx="1013112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31" name="PlaceHolder 2"/>
          <p:cNvSpPr>
            <a:spLocks noGrp="1"/>
          </p:cNvSpPr>
          <p:nvPr>
            <p:ph type="body"/>
          </p:nvPr>
        </p:nvSpPr>
        <p:spPr>
          <a:xfrm>
            <a:off x="68580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32" name="PlaceHolder 3"/>
          <p:cNvSpPr>
            <a:spLocks noGrp="1"/>
          </p:cNvSpPr>
          <p:nvPr>
            <p:ph type="body"/>
          </p:nvPr>
        </p:nvSpPr>
        <p:spPr>
          <a:xfrm>
            <a:off x="587736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33" name="PlaceHolder 4"/>
          <p:cNvSpPr>
            <a:spLocks noGrp="1"/>
          </p:cNvSpPr>
          <p:nvPr>
            <p:ph type="body"/>
          </p:nvPr>
        </p:nvSpPr>
        <p:spPr>
          <a:xfrm>
            <a:off x="5877360" y="404784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34" name="PlaceHolder 5"/>
          <p:cNvSpPr>
            <a:spLocks noGrp="1"/>
          </p:cNvSpPr>
          <p:nvPr>
            <p:ph type="body"/>
          </p:nvPr>
        </p:nvSpPr>
        <p:spPr>
          <a:xfrm>
            <a:off x="685800" y="404784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36" name="PlaceHolder 2"/>
          <p:cNvSpPr>
            <a:spLocks noGrp="1"/>
          </p:cNvSpPr>
          <p:nvPr>
            <p:ph type="body"/>
          </p:nvPr>
        </p:nvSpPr>
        <p:spPr>
          <a:xfrm>
            <a:off x="685800" y="2142000"/>
            <a:ext cx="1013112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37" name="PlaceHolder 3"/>
          <p:cNvSpPr>
            <a:spLocks noGrp="1"/>
          </p:cNvSpPr>
          <p:nvPr>
            <p:ph type="body"/>
          </p:nvPr>
        </p:nvSpPr>
        <p:spPr>
          <a:xfrm>
            <a:off x="685800" y="2142000"/>
            <a:ext cx="1013112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pic>
        <p:nvPicPr>
          <p:cNvPr id="38" name="" descr=""/>
          <p:cNvPicPr/>
          <p:nvPr/>
        </p:nvPicPr>
        <p:blipFill>
          <a:blip r:embed="rId2"/>
          <a:stretch/>
        </p:blipFill>
        <p:spPr>
          <a:xfrm>
            <a:off x="3465000" y="2141640"/>
            <a:ext cx="4572720" cy="3648600"/>
          </a:xfrm>
          <a:prstGeom prst="rect">
            <a:avLst/>
          </a:prstGeom>
          <a:ln>
            <a:noFill/>
          </a:ln>
        </p:spPr>
      </p:pic>
      <p:pic>
        <p:nvPicPr>
          <p:cNvPr id="39" name="" descr=""/>
          <p:cNvPicPr/>
          <p:nvPr/>
        </p:nvPicPr>
        <p:blipFill>
          <a:blip r:embed="rId3"/>
          <a:stretch/>
        </p:blipFill>
        <p:spPr>
          <a:xfrm>
            <a:off x="3465000" y="2141640"/>
            <a:ext cx="4572720" cy="3648600"/>
          </a:xfrm>
          <a:prstGeom prst="rect">
            <a:avLst/>
          </a:prstGeom>
          <a:ln>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47" name="PlaceHolder 2"/>
          <p:cNvSpPr>
            <a:spLocks noGrp="1"/>
          </p:cNvSpPr>
          <p:nvPr>
            <p:ph type="subTitle"/>
          </p:nvPr>
        </p:nvSpPr>
        <p:spPr>
          <a:xfrm>
            <a:off x="685800" y="2142000"/>
            <a:ext cx="10131120" cy="3648600"/>
          </a:xfrm>
          <a:prstGeom prst="rect">
            <a:avLst/>
          </a:prstGeom>
        </p:spPr>
        <p:txBody>
          <a:bodyPr lIns="0" rIns="0" tIns="0" bIns="0" anchor="ctr"/>
          <a:p>
            <a:pPr algn="ctr"/>
            <a:endParaRPr b="0" lang="en-US" sz="3200" spc="-1" strike="noStrike">
              <a:solidFill>
                <a:srgbClr val="ffffff"/>
              </a:solidFill>
              <a:uFill>
                <a:solidFill>
                  <a:srgbClr val="ffffff"/>
                </a:solidFill>
              </a:u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49" name="PlaceHolder 2"/>
          <p:cNvSpPr>
            <a:spLocks noGrp="1"/>
          </p:cNvSpPr>
          <p:nvPr>
            <p:ph type="body"/>
          </p:nvPr>
        </p:nvSpPr>
        <p:spPr>
          <a:xfrm>
            <a:off x="685800" y="2142000"/>
            <a:ext cx="1013112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51" name="PlaceHolder 2"/>
          <p:cNvSpPr>
            <a:spLocks noGrp="1"/>
          </p:cNvSpPr>
          <p:nvPr>
            <p:ph type="body"/>
          </p:nvPr>
        </p:nvSpPr>
        <p:spPr>
          <a:xfrm>
            <a:off x="685800" y="2142000"/>
            <a:ext cx="494388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52" name="PlaceHolder 3"/>
          <p:cNvSpPr>
            <a:spLocks noGrp="1"/>
          </p:cNvSpPr>
          <p:nvPr>
            <p:ph type="body"/>
          </p:nvPr>
        </p:nvSpPr>
        <p:spPr>
          <a:xfrm>
            <a:off x="5877360" y="2142000"/>
            <a:ext cx="494388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85800" y="609480"/>
            <a:ext cx="10131120" cy="6749640"/>
          </a:xfrm>
          <a:prstGeom prst="rect">
            <a:avLst/>
          </a:prstGeom>
        </p:spPr>
        <p:txBody>
          <a:bodyPr lIns="0" rIns="0" tIns="0" bIns="0" anchor="ctr"/>
          <a:p>
            <a:pPr algn="ctr"/>
            <a:endParaRPr b="0" lang="en-US" sz="3200" spc="-1" strike="noStrike">
              <a:solidFill>
                <a:srgbClr val="ffffff"/>
              </a:solidFill>
              <a:uFill>
                <a:solidFill>
                  <a:srgbClr val="ffffff"/>
                </a:solidFill>
              </a:u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56" name="PlaceHolder 2"/>
          <p:cNvSpPr>
            <a:spLocks noGrp="1"/>
          </p:cNvSpPr>
          <p:nvPr>
            <p:ph type="body"/>
          </p:nvPr>
        </p:nvSpPr>
        <p:spPr>
          <a:xfrm>
            <a:off x="68580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57" name="PlaceHolder 3"/>
          <p:cNvSpPr>
            <a:spLocks noGrp="1"/>
          </p:cNvSpPr>
          <p:nvPr>
            <p:ph type="body"/>
          </p:nvPr>
        </p:nvSpPr>
        <p:spPr>
          <a:xfrm>
            <a:off x="685800" y="404784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58" name="PlaceHolder 4"/>
          <p:cNvSpPr>
            <a:spLocks noGrp="1"/>
          </p:cNvSpPr>
          <p:nvPr>
            <p:ph type="body"/>
          </p:nvPr>
        </p:nvSpPr>
        <p:spPr>
          <a:xfrm>
            <a:off x="5877360" y="2142000"/>
            <a:ext cx="494388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60" name="PlaceHolder 2"/>
          <p:cNvSpPr>
            <a:spLocks noGrp="1"/>
          </p:cNvSpPr>
          <p:nvPr>
            <p:ph type="body"/>
          </p:nvPr>
        </p:nvSpPr>
        <p:spPr>
          <a:xfrm>
            <a:off x="685800" y="2142000"/>
            <a:ext cx="494388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61" name="PlaceHolder 3"/>
          <p:cNvSpPr>
            <a:spLocks noGrp="1"/>
          </p:cNvSpPr>
          <p:nvPr>
            <p:ph type="body"/>
          </p:nvPr>
        </p:nvSpPr>
        <p:spPr>
          <a:xfrm>
            <a:off x="587736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62" name="PlaceHolder 4"/>
          <p:cNvSpPr>
            <a:spLocks noGrp="1"/>
          </p:cNvSpPr>
          <p:nvPr>
            <p:ph type="body"/>
          </p:nvPr>
        </p:nvSpPr>
        <p:spPr>
          <a:xfrm>
            <a:off x="5877360" y="404784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64" name="PlaceHolder 2"/>
          <p:cNvSpPr>
            <a:spLocks noGrp="1"/>
          </p:cNvSpPr>
          <p:nvPr>
            <p:ph type="body"/>
          </p:nvPr>
        </p:nvSpPr>
        <p:spPr>
          <a:xfrm>
            <a:off x="68580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65" name="PlaceHolder 3"/>
          <p:cNvSpPr>
            <a:spLocks noGrp="1"/>
          </p:cNvSpPr>
          <p:nvPr>
            <p:ph type="body"/>
          </p:nvPr>
        </p:nvSpPr>
        <p:spPr>
          <a:xfrm>
            <a:off x="587736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66" name="PlaceHolder 4"/>
          <p:cNvSpPr>
            <a:spLocks noGrp="1"/>
          </p:cNvSpPr>
          <p:nvPr>
            <p:ph type="body"/>
          </p:nvPr>
        </p:nvSpPr>
        <p:spPr>
          <a:xfrm>
            <a:off x="685800" y="4047840"/>
            <a:ext cx="1013112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68" name="PlaceHolder 2"/>
          <p:cNvSpPr>
            <a:spLocks noGrp="1"/>
          </p:cNvSpPr>
          <p:nvPr>
            <p:ph type="body"/>
          </p:nvPr>
        </p:nvSpPr>
        <p:spPr>
          <a:xfrm>
            <a:off x="685800" y="2142000"/>
            <a:ext cx="1013112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69" name="PlaceHolder 3"/>
          <p:cNvSpPr>
            <a:spLocks noGrp="1"/>
          </p:cNvSpPr>
          <p:nvPr>
            <p:ph type="body"/>
          </p:nvPr>
        </p:nvSpPr>
        <p:spPr>
          <a:xfrm>
            <a:off x="685800" y="4047840"/>
            <a:ext cx="1013112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71" name="PlaceHolder 2"/>
          <p:cNvSpPr>
            <a:spLocks noGrp="1"/>
          </p:cNvSpPr>
          <p:nvPr>
            <p:ph type="body"/>
          </p:nvPr>
        </p:nvSpPr>
        <p:spPr>
          <a:xfrm>
            <a:off x="68580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72" name="PlaceHolder 3"/>
          <p:cNvSpPr>
            <a:spLocks noGrp="1"/>
          </p:cNvSpPr>
          <p:nvPr>
            <p:ph type="body"/>
          </p:nvPr>
        </p:nvSpPr>
        <p:spPr>
          <a:xfrm>
            <a:off x="5877360" y="214200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73" name="PlaceHolder 4"/>
          <p:cNvSpPr>
            <a:spLocks noGrp="1"/>
          </p:cNvSpPr>
          <p:nvPr>
            <p:ph type="body"/>
          </p:nvPr>
        </p:nvSpPr>
        <p:spPr>
          <a:xfrm>
            <a:off x="5877360" y="404784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74" name="PlaceHolder 5"/>
          <p:cNvSpPr>
            <a:spLocks noGrp="1"/>
          </p:cNvSpPr>
          <p:nvPr>
            <p:ph type="body"/>
          </p:nvPr>
        </p:nvSpPr>
        <p:spPr>
          <a:xfrm>
            <a:off x="685800" y="4047840"/>
            <a:ext cx="4943880" cy="174024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85800" y="609480"/>
            <a:ext cx="10131120" cy="1455840"/>
          </a:xfrm>
          <a:prstGeom prst="rect">
            <a:avLst/>
          </a:prstGeom>
        </p:spPr>
        <p:txBody>
          <a:bodyPr lIns="0" rIns="0" tIns="0" bIns="0" anchor="ctr"/>
          <a:p>
            <a:endParaRPr b="0" lang="en-US" sz="1800" spc="-1" strike="noStrike">
              <a:solidFill>
                <a:srgbClr val="ffffff"/>
              </a:solidFill>
              <a:uFill>
                <a:solidFill>
                  <a:srgbClr val="ffffff"/>
                </a:solidFill>
              </a:uFill>
              <a:latin typeface="Calibri"/>
            </a:endParaRPr>
          </a:p>
        </p:txBody>
      </p:sp>
      <p:sp>
        <p:nvSpPr>
          <p:cNvPr id="76" name="PlaceHolder 2"/>
          <p:cNvSpPr>
            <a:spLocks noGrp="1"/>
          </p:cNvSpPr>
          <p:nvPr>
            <p:ph type="body"/>
          </p:nvPr>
        </p:nvSpPr>
        <p:spPr>
          <a:xfrm>
            <a:off x="685800" y="2142000"/>
            <a:ext cx="1013112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sp>
        <p:nvSpPr>
          <p:cNvPr id="77" name="PlaceHolder 3"/>
          <p:cNvSpPr>
            <a:spLocks noGrp="1"/>
          </p:cNvSpPr>
          <p:nvPr>
            <p:ph type="body"/>
          </p:nvPr>
        </p:nvSpPr>
        <p:spPr>
          <a:xfrm>
            <a:off x="685800" y="2142000"/>
            <a:ext cx="10131120" cy="3648600"/>
          </a:xfrm>
          <a:prstGeom prst="rect">
            <a:avLst/>
          </a:prstGeom>
        </p:spPr>
        <p:txBody>
          <a:bodyPr lIns="0" rIns="0" tIns="0" bIns="0"/>
          <a:p>
            <a:endParaRPr b="0" lang="en-US" sz="1800" spc="-1" strike="noStrike">
              <a:solidFill>
                <a:srgbClr val="ffffff"/>
              </a:solidFill>
              <a:uFill>
                <a:solidFill>
                  <a:srgbClr val="ffffff"/>
                </a:solidFill>
              </a:uFill>
              <a:latin typeface="Calibri"/>
            </a:endParaRPr>
          </a:p>
        </p:txBody>
      </p:sp>
      <p:pic>
        <p:nvPicPr>
          <p:cNvPr id="78" name="" descr=""/>
          <p:cNvPicPr/>
          <p:nvPr/>
        </p:nvPicPr>
        <p:blipFill>
          <a:blip r:embed="rId2"/>
          <a:stretch/>
        </p:blipFill>
        <p:spPr>
          <a:xfrm>
            <a:off x="3465000" y="2141640"/>
            <a:ext cx="4572720" cy="3648600"/>
          </a:xfrm>
          <a:prstGeom prst="rect">
            <a:avLst/>
          </a:prstGeom>
          <a:ln>
            <a:noFill/>
          </a:ln>
        </p:spPr>
      </p:pic>
      <p:pic>
        <p:nvPicPr>
          <p:cNvPr id="79" name="" descr=""/>
          <p:cNvPicPr/>
          <p:nvPr/>
        </p:nvPicPr>
        <p:blipFill>
          <a:blip r:embed="rId3"/>
          <a:stretch/>
        </p:blipFill>
        <p:spPr>
          <a:xfrm>
            <a:off x="3465000" y="2141640"/>
            <a:ext cx="4572720" cy="364860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2"/>
          <a:stretch>
            <a:fillRect/>
          </a:stretch>
        </a:blipFill>
      </p:bgPr>
    </p:bg>
    <p:spTree>
      <p:nvGrpSpPr>
        <p:cNvPr id="1" name=""/>
        <p:cNvGrpSpPr/>
        <p:nvPr/>
      </p:nvGrpSpPr>
      <p:grpSpPr>
        <a:xfrm>
          <a:off x="0" y="0"/>
          <a:ext cx="0" cy="0"/>
          <a:chOff x="0" y="0"/>
          <a:chExt cx="0" cy="0"/>
        </a:xfrm>
      </p:grpSpPr>
      <p:pic>
        <p:nvPicPr>
          <p:cNvPr id="0" name="Picture 6" descr=""/>
          <p:cNvPicPr/>
          <p:nvPr/>
        </p:nvPicPr>
        <p:blipFill>
          <a:blip r:embed="rId3"/>
          <a:stretch/>
        </p:blipFill>
        <p:spPr>
          <a:xfrm>
            <a:off x="0" y="0"/>
            <a:ext cx="12188520" cy="6855840"/>
          </a:xfrm>
          <a:prstGeom prst="rect">
            <a:avLst/>
          </a:prstGeom>
          <a:ln>
            <a:noFill/>
          </a:ln>
        </p:spPr>
      </p:pic>
      <p:sp>
        <p:nvSpPr>
          <p:cNvPr id="1" name="PlaceHolder 1"/>
          <p:cNvSpPr>
            <a:spLocks noGrp="1"/>
          </p:cNvSpPr>
          <p:nvPr>
            <p:ph type="title"/>
          </p:nvPr>
        </p:nvSpPr>
        <p:spPr>
          <a:xfrm>
            <a:off x="3962520" y="1964160"/>
            <a:ext cx="7197480" cy="2421000"/>
          </a:xfrm>
          <a:prstGeom prst="rect">
            <a:avLst/>
          </a:prstGeom>
        </p:spPr>
        <p:txBody>
          <a:bodyPr anchor="b"/>
          <a:p>
            <a:pPr algn="r">
              <a:lnSpc>
                <a:spcPct val="100000"/>
              </a:lnSpc>
            </a:pPr>
            <a:r>
              <a:rPr b="0" lang="en-US" sz="4800" spc="-1" strike="noStrike" cap="all">
                <a:solidFill>
                  <a:srgbClr val="ffffff"/>
                </a:solidFill>
                <a:uFill>
                  <a:solidFill>
                    <a:srgbClr val="ffffff"/>
                  </a:solidFill>
                </a:uFill>
                <a:latin typeface="Calibri Light"/>
              </a:rPr>
              <a:t>Click to edit Master title style</a:t>
            </a:r>
            <a:endParaRPr b="0" lang="en-US" sz="1800" spc="-1" strike="noStrike">
              <a:solidFill>
                <a:srgbClr val="ffffff"/>
              </a:solidFill>
              <a:uFill>
                <a:solidFill>
                  <a:srgbClr val="ffffff"/>
                </a:solidFill>
              </a:uFill>
              <a:latin typeface="Calibri"/>
            </a:endParaRPr>
          </a:p>
        </p:txBody>
      </p:sp>
      <p:sp>
        <p:nvSpPr>
          <p:cNvPr id="2" name="PlaceHolder 2"/>
          <p:cNvSpPr>
            <a:spLocks noGrp="1"/>
          </p:cNvSpPr>
          <p:nvPr>
            <p:ph type="dt"/>
          </p:nvPr>
        </p:nvSpPr>
        <p:spPr>
          <a:xfrm>
            <a:off x="8932680" y="5870520"/>
            <a:ext cx="1599840" cy="377640"/>
          </a:xfrm>
          <a:prstGeom prst="rect">
            <a:avLst/>
          </a:prstGeom>
        </p:spPr>
        <p:txBody>
          <a:bodyPr anchor="ctr"/>
          <a:p>
            <a:pPr algn="r">
              <a:lnSpc>
                <a:spcPct val="100000"/>
              </a:lnSpc>
            </a:pPr>
            <a:r>
              <a:rPr b="0" lang="en-US" sz="1000" spc="-1" strike="noStrike">
                <a:solidFill>
                  <a:srgbClr val="ffffff"/>
                </a:solidFill>
                <a:uFill>
                  <a:solidFill>
                    <a:srgbClr val="ffffff"/>
                  </a:solidFill>
                </a:uFill>
                <a:latin typeface="Calibri"/>
              </a:rPr>
              <a:t>10/3/19</a:t>
            </a:r>
            <a:endParaRPr b="0" lang="en-US" sz="1400" spc="-1" strike="noStrike">
              <a:solidFill>
                <a:srgbClr val="ffffff"/>
              </a:solidFill>
              <a:uFill>
                <a:solidFill>
                  <a:srgbClr val="ffffff"/>
                </a:solidFill>
              </a:uFill>
              <a:latin typeface="Times New Roman"/>
            </a:endParaRPr>
          </a:p>
        </p:txBody>
      </p:sp>
      <p:sp>
        <p:nvSpPr>
          <p:cNvPr id="3" name="PlaceHolder 3"/>
          <p:cNvSpPr>
            <a:spLocks noGrp="1"/>
          </p:cNvSpPr>
          <p:nvPr>
            <p:ph type="ftr"/>
          </p:nvPr>
        </p:nvSpPr>
        <p:spPr>
          <a:xfrm>
            <a:off x="3962520" y="5870520"/>
            <a:ext cx="4893480" cy="377640"/>
          </a:xfrm>
          <a:prstGeom prst="rect">
            <a:avLst/>
          </a:prstGeom>
        </p:spPr>
        <p:txBody>
          <a:bodyPr anchor="ctr"/>
          <a:p>
            <a:endParaRPr b="0" lang="en-US" sz="2400" spc="-1" strike="noStrike">
              <a:solidFill>
                <a:srgbClr val="ffffff"/>
              </a:solidFill>
              <a:uFill>
                <a:solidFill>
                  <a:srgbClr val="ffffff"/>
                </a:solidFill>
              </a:uFill>
              <a:latin typeface="Times New Roman"/>
            </a:endParaRPr>
          </a:p>
        </p:txBody>
      </p:sp>
      <p:sp>
        <p:nvSpPr>
          <p:cNvPr id="4" name="PlaceHolder 4"/>
          <p:cNvSpPr>
            <a:spLocks noGrp="1"/>
          </p:cNvSpPr>
          <p:nvPr>
            <p:ph type="sldNum"/>
          </p:nvPr>
        </p:nvSpPr>
        <p:spPr>
          <a:xfrm>
            <a:off x="10608840" y="5870520"/>
            <a:ext cx="550800" cy="377640"/>
          </a:xfrm>
          <a:prstGeom prst="rect">
            <a:avLst/>
          </a:prstGeom>
        </p:spPr>
        <p:txBody>
          <a:bodyPr anchor="ctr"/>
          <a:p>
            <a:pPr algn="r">
              <a:lnSpc>
                <a:spcPct val="100000"/>
              </a:lnSpc>
            </a:pPr>
            <a:fld id="{F275C108-6D67-4ED7-B1FB-529B395D97DB}" type="slidenum">
              <a:rPr b="0" lang="en-US" sz="1000" spc="-1" strike="noStrike">
                <a:solidFill>
                  <a:srgbClr val="ffffff"/>
                </a:solidFill>
                <a:uFill>
                  <a:solidFill>
                    <a:srgbClr val="ffffff"/>
                  </a:solidFill>
                </a:uFill>
                <a:latin typeface="Calibri"/>
              </a:rPr>
              <a:t>&lt;number&gt;</a:t>
            </a:fld>
            <a:endParaRPr b="0" lang="en-US" sz="1400" spc="-1" strike="noStrike">
              <a:solidFill>
                <a:srgbClr val="ffffff"/>
              </a:solidFill>
              <a:uFill>
                <a:solidFill>
                  <a:srgbClr val="ffffff"/>
                </a:solidFill>
              </a:uFill>
              <a:latin typeface="Times New Roman"/>
            </a:endParaRPr>
          </a:p>
        </p:txBody>
      </p:sp>
      <p:sp>
        <p:nvSpPr>
          <p:cNvPr id="5" name="PlaceHolder 5"/>
          <p:cNvSpPr>
            <a:spLocks noGrp="1"/>
          </p:cNvSpPr>
          <p:nvPr>
            <p:ph type="body"/>
          </p:nvPr>
        </p:nvSpPr>
        <p:spPr>
          <a:xfrm>
            <a:off x="609480" y="1604520"/>
            <a:ext cx="10972440" cy="3977280"/>
          </a:xfrm>
          <a:prstGeom prst="rect">
            <a:avLst/>
          </a:prstGeom>
        </p:spPr>
        <p:txBody>
          <a:bodyPr lIns="0" rIns="0" tIns="0" bIns="0"/>
          <a:p>
            <a:pPr marL="432000" indent="-324000">
              <a:buClr>
                <a:srgbClr val="ffffff"/>
              </a:buClr>
              <a:buSzPct val="45000"/>
              <a:buFont typeface="Wingdings" charset="2"/>
              <a:buChar char=""/>
            </a:pPr>
            <a:r>
              <a:rPr b="0" lang="en-US" sz="1800" spc="-1" strike="noStrike">
                <a:solidFill>
                  <a:srgbClr val="ffffff"/>
                </a:solidFill>
                <a:uFill>
                  <a:solidFill>
                    <a:srgbClr val="ffffff"/>
                  </a:solidFill>
                </a:uFill>
                <a:latin typeface="Calibri"/>
              </a:rPr>
              <a:t>Click to edit the outline text format</a:t>
            </a:r>
            <a:endParaRPr b="0" lang="en-US" sz="1800" spc="-1" strike="noStrike">
              <a:solidFill>
                <a:srgbClr val="ffffff"/>
              </a:solidFill>
              <a:uFill>
                <a:solidFill>
                  <a:srgbClr val="ffffff"/>
                </a:solidFill>
              </a:uFill>
              <a:latin typeface="Calibri"/>
            </a:endParaRPr>
          </a:p>
          <a:p>
            <a:pPr lvl="1" marL="864000" indent="-324000">
              <a:buClr>
                <a:srgbClr val="ffffff"/>
              </a:buClr>
              <a:buSzPct val="75000"/>
              <a:buFont typeface="Symbol" charset="2"/>
              <a:buChar char=""/>
            </a:pPr>
            <a:r>
              <a:rPr b="0" lang="en-US" sz="1400" spc="-1" strike="noStrike">
                <a:solidFill>
                  <a:srgbClr val="ffffff"/>
                </a:solidFill>
                <a:uFill>
                  <a:solidFill>
                    <a:srgbClr val="ffffff"/>
                  </a:solidFill>
                </a:uFill>
                <a:latin typeface="Calibri"/>
              </a:rPr>
              <a:t>Second Outline Level</a:t>
            </a:r>
            <a:endParaRPr b="0" lang="en-US" sz="1400" spc="-1" strike="noStrike">
              <a:solidFill>
                <a:srgbClr val="ffffff"/>
              </a:solidFill>
              <a:uFill>
                <a:solidFill>
                  <a:srgbClr val="ffffff"/>
                </a:solidFill>
              </a:uFill>
              <a:latin typeface="Calibri"/>
            </a:endParaRPr>
          </a:p>
          <a:p>
            <a:pPr lvl="2" marL="1296000" indent="-288000">
              <a:buClr>
                <a:srgbClr val="ffffff"/>
              </a:buClr>
              <a:buSzPct val="45000"/>
              <a:buFont typeface="Wingdings" charset="2"/>
              <a:buChar char=""/>
            </a:pPr>
            <a:r>
              <a:rPr b="0" lang="en-US" sz="1200" spc="-1" strike="noStrike">
                <a:solidFill>
                  <a:srgbClr val="ffffff"/>
                </a:solidFill>
                <a:uFill>
                  <a:solidFill>
                    <a:srgbClr val="ffffff"/>
                  </a:solidFill>
                </a:uFill>
                <a:latin typeface="Calibri"/>
              </a:rPr>
              <a:t>Third Outline Level</a:t>
            </a:r>
            <a:endParaRPr b="0" lang="en-US" sz="1200" spc="-1" strike="noStrike">
              <a:solidFill>
                <a:srgbClr val="ffffff"/>
              </a:solidFill>
              <a:uFill>
                <a:solidFill>
                  <a:srgbClr val="ffffff"/>
                </a:solidFill>
              </a:uFill>
              <a:latin typeface="Calibri"/>
            </a:endParaRPr>
          </a:p>
          <a:p>
            <a:pPr lvl="3" marL="1728000" indent="-216000">
              <a:buClr>
                <a:srgbClr val="ffffff"/>
              </a:buClr>
              <a:buSzPct val="75000"/>
              <a:buFont typeface="Symbol" charset="2"/>
              <a:buChar char=""/>
            </a:pPr>
            <a:r>
              <a:rPr b="0" lang="en-US" sz="1200" spc="-1" strike="noStrike">
                <a:solidFill>
                  <a:srgbClr val="ffffff"/>
                </a:solidFill>
                <a:uFill>
                  <a:solidFill>
                    <a:srgbClr val="ffffff"/>
                  </a:solidFill>
                </a:uFill>
                <a:latin typeface="Calibri"/>
              </a:rPr>
              <a:t>Fourth Outline Level</a:t>
            </a:r>
            <a:endParaRPr b="0" lang="en-US" sz="1200" spc="-1" strike="noStrike">
              <a:solidFill>
                <a:srgbClr val="ffffff"/>
              </a:solidFill>
              <a:uFill>
                <a:solidFill>
                  <a:srgbClr val="ffffff"/>
                </a:solidFill>
              </a:uFill>
              <a:latin typeface="Calibri"/>
            </a:endParaRPr>
          </a:p>
          <a:p>
            <a:pPr lvl="4" marL="2160000" indent="-216000">
              <a:buClr>
                <a:srgbClr val="ffffff"/>
              </a:buClr>
              <a:buSzPct val="45000"/>
              <a:buFont typeface="Wingdings" charset="2"/>
              <a:buChar char=""/>
            </a:pPr>
            <a:r>
              <a:rPr b="0" lang="en-US" sz="2000" spc="-1" strike="noStrike">
                <a:solidFill>
                  <a:srgbClr val="ffffff"/>
                </a:solidFill>
                <a:uFill>
                  <a:solidFill>
                    <a:srgbClr val="ffffff"/>
                  </a:solidFill>
                </a:uFill>
                <a:latin typeface="Calibri"/>
              </a:rPr>
              <a:t>Fifth Outline Level</a:t>
            </a:r>
            <a:endParaRPr b="0" lang="en-US" sz="2000" spc="-1" strike="noStrike">
              <a:solidFill>
                <a:srgbClr val="ffffff"/>
              </a:solidFill>
              <a:uFill>
                <a:solidFill>
                  <a:srgbClr val="ffffff"/>
                </a:solidFill>
              </a:uFill>
              <a:latin typeface="Calibri"/>
            </a:endParaRPr>
          </a:p>
          <a:p>
            <a:pPr lvl="5" marL="2592000" indent="-216000">
              <a:buClr>
                <a:srgbClr val="ffffff"/>
              </a:buClr>
              <a:buSzPct val="45000"/>
              <a:buFont typeface="Wingdings" charset="2"/>
              <a:buChar char=""/>
            </a:pPr>
            <a:r>
              <a:rPr b="0" lang="en-US" sz="2000" spc="-1" strike="noStrike">
                <a:solidFill>
                  <a:srgbClr val="ffffff"/>
                </a:solidFill>
                <a:uFill>
                  <a:solidFill>
                    <a:srgbClr val="ffffff"/>
                  </a:solidFill>
                </a:uFill>
                <a:latin typeface="Calibri"/>
              </a:rPr>
              <a:t>Sixth Outline Level</a:t>
            </a:r>
            <a:endParaRPr b="0" lang="en-US" sz="2000" spc="-1" strike="noStrike">
              <a:solidFill>
                <a:srgbClr val="ffffff"/>
              </a:solidFill>
              <a:uFill>
                <a:solidFill>
                  <a:srgbClr val="ffffff"/>
                </a:solidFill>
              </a:uFill>
              <a:latin typeface="Calibri"/>
            </a:endParaRPr>
          </a:p>
          <a:p>
            <a:pPr lvl="6" marL="3024000" indent="-216000">
              <a:buClr>
                <a:srgbClr val="ffffff"/>
              </a:buClr>
              <a:buSzPct val="45000"/>
              <a:buFont typeface="Wingdings" charset="2"/>
              <a:buChar char=""/>
            </a:pPr>
            <a:r>
              <a:rPr b="0" lang="en-US" sz="2000" spc="-1" strike="noStrike">
                <a:solidFill>
                  <a:srgbClr val="ffffff"/>
                </a:solidFill>
                <a:uFill>
                  <a:solidFill>
                    <a:srgbClr val="ffffff"/>
                  </a:solidFill>
                </a:uFill>
                <a:latin typeface="Calibri"/>
              </a:rPr>
              <a:t>Seventh Outline Level</a:t>
            </a:r>
            <a:endParaRPr b="0" lang="en-US" sz="2000" spc="-1" strike="noStrike">
              <a:solidFill>
                <a:srgbClr val="ffffff"/>
              </a:solidFill>
              <a:uFill>
                <a:solidFill>
                  <a:srgbClr val="ffffff"/>
                </a:solidFill>
              </a:uFill>
              <a:latin typeface="Calibri"/>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2"/>
          <a:stretch>
            <a:fillRect/>
          </a:stretch>
        </a:blipFill>
      </p:bgPr>
    </p:bg>
    <p:spTree>
      <p:nvGrpSpPr>
        <p:cNvPr id="1" name=""/>
        <p:cNvGrpSpPr/>
        <p:nvPr/>
      </p:nvGrpSpPr>
      <p:grpSpPr>
        <a:xfrm>
          <a:off x="0" y="0"/>
          <a:ext cx="0" cy="0"/>
          <a:chOff x="0" y="0"/>
          <a:chExt cx="0" cy="0"/>
        </a:xfrm>
      </p:grpSpPr>
      <p:pic>
        <p:nvPicPr>
          <p:cNvPr id="40" name="Picture 6" descr=""/>
          <p:cNvPicPr/>
          <p:nvPr/>
        </p:nvPicPr>
        <p:blipFill>
          <a:blip r:embed="rId3"/>
          <a:stretch/>
        </p:blipFill>
        <p:spPr>
          <a:xfrm>
            <a:off x="0" y="0"/>
            <a:ext cx="12188520" cy="6855840"/>
          </a:xfrm>
          <a:prstGeom prst="rect">
            <a:avLst/>
          </a:prstGeom>
          <a:ln>
            <a:noFill/>
          </a:ln>
        </p:spPr>
      </p:pic>
      <p:sp>
        <p:nvSpPr>
          <p:cNvPr id="41" name="PlaceHolder 1"/>
          <p:cNvSpPr>
            <a:spLocks noGrp="1"/>
          </p:cNvSpPr>
          <p:nvPr>
            <p:ph type="title"/>
          </p:nvPr>
        </p:nvSpPr>
        <p:spPr>
          <a:xfrm>
            <a:off x="685800" y="609480"/>
            <a:ext cx="10131120" cy="1455840"/>
          </a:xfrm>
          <a:prstGeom prst="rect">
            <a:avLst/>
          </a:prstGeom>
        </p:spPr>
        <p:txBody>
          <a:bodyPr anchor="ctr"/>
          <a:p>
            <a:pPr>
              <a:lnSpc>
                <a:spcPct val="100000"/>
              </a:lnSpc>
            </a:pPr>
            <a:r>
              <a:rPr b="0" lang="en-US" sz="3600" spc="-1" strike="noStrike" cap="all">
                <a:solidFill>
                  <a:srgbClr val="ffffff"/>
                </a:solidFill>
                <a:uFill>
                  <a:solidFill>
                    <a:srgbClr val="ffffff"/>
                  </a:solidFill>
                </a:uFill>
                <a:latin typeface="Calibri Light"/>
              </a:rPr>
              <a:t>Click to edit Master title style</a:t>
            </a:r>
            <a:endParaRPr b="0" lang="en-US" sz="1800" spc="-1" strike="noStrike">
              <a:solidFill>
                <a:srgbClr val="ffffff"/>
              </a:solidFill>
              <a:uFill>
                <a:solidFill>
                  <a:srgbClr val="ffffff"/>
                </a:solidFill>
              </a:uFill>
              <a:latin typeface="Calibri"/>
            </a:endParaRPr>
          </a:p>
        </p:txBody>
      </p:sp>
      <p:sp>
        <p:nvSpPr>
          <p:cNvPr id="42" name="PlaceHolder 2"/>
          <p:cNvSpPr>
            <a:spLocks noGrp="1"/>
          </p:cNvSpPr>
          <p:nvPr>
            <p:ph type="body"/>
          </p:nvPr>
        </p:nvSpPr>
        <p:spPr>
          <a:xfrm>
            <a:off x="685800" y="2142000"/>
            <a:ext cx="10131120" cy="3648600"/>
          </a:xfrm>
          <a:prstGeom prst="rect">
            <a:avLst/>
          </a:prstGeom>
        </p:spPr>
        <p:txBody>
          <a:bodyPr anchor="ctr"/>
          <a:p>
            <a:pPr marL="432000" indent="-324000">
              <a:buClr>
                <a:srgbClr val="ffffff"/>
              </a:buClr>
              <a:buSzPct val="45000"/>
              <a:buFont typeface="Wingdings" charset="2"/>
              <a:buChar char=""/>
            </a:pPr>
            <a:r>
              <a:rPr b="0" lang="en-US" sz="1800" spc="-1" strike="noStrike">
                <a:solidFill>
                  <a:srgbClr val="ffffff"/>
                </a:solidFill>
                <a:uFill>
                  <a:solidFill>
                    <a:srgbClr val="ffffff"/>
                  </a:solidFill>
                </a:uFill>
                <a:latin typeface="Calibri"/>
              </a:rPr>
              <a:t>Click to edit the outline text format</a:t>
            </a:r>
            <a:endParaRPr b="0" lang="en-US" sz="1800" spc="-1" strike="noStrike">
              <a:solidFill>
                <a:srgbClr val="ffffff"/>
              </a:solidFill>
              <a:uFill>
                <a:solidFill>
                  <a:srgbClr val="ffffff"/>
                </a:solidFill>
              </a:uFill>
              <a:latin typeface="Calibri"/>
            </a:endParaRPr>
          </a:p>
          <a:p>
            <a:pPr lvl="1" marL="864000" indent="-324000">
              <a:buClr>
                <a:srgbClr val="ffffff"/>
              </a:buClr>
              <a:buSzPct val="75000"/>
              <a:buFont typeface="Symbol" charset="2"/>
              <a:buChar char=""/>
            </a:pPr>
            <a:r>
              <a:rPr b="0" lang="en-US" sz="1800" spc="-1" strike="noStrike">
                <a:solidFill>
                  <a:srgbClr val="ffffff"/>
                </a:solidFill>
                <a:uFill>
                  <a:solidFill>
                    <a:srgbClr val="ffffff"/>
                  </a:solidFill>
                </a:uFill>
                <a:latin typeface="Calibri"/>
              </a:rPr>
              <a:t>Second Outline Level</a:t>
            </a:r>
            <a:endParaRPr b="0" lang="en-US" sz="1800" spc="-1" strike="noStrike">
              <a:solidFill>
                <a:srgbClr val="ffffff"/>
              </a:solidFill>
              <a:uFill>
                <a:solidFill>
                  <a:srgbClr val="ffffff"/>
                </a:solidFill>
              </a:uFill>
              <a:latin typeface="Calibri"/>
            </a:endParaRPr>
          </a:p>
          <a:p>
            <a:pPr lvl="2" marL="1296000" indent="-288000">
              <a:buClr>
                <a:srgbClr val="ffffff"/>
              </a:buClr>
              <a:buSzPct val="45000"/>
              <a:buFont typeface="Wingdings" charset="2"/>
              <a:buChar char=""/>
            </a:pPr>
            <a:r>
              <a:rPr b="0" lang="en-US" sz="1800" spc="-1" strike="noStrike">
                <a:solidFill>
                  <a:srgbClr val="ffffff"/>
                </a:solidFill>
                <a:uFill>
                  <a:solidFill>
                    <a:srgbClr val="ffffff"/>
                  </a:solidFill>
                </a:uFill>
                <a:latin typeface="Calibri"/>
              </a:rPr>
              <a:t>Third Outline Level</a:t>
            </a:r>
            <a:endParaRPr b="0" lang="en-US" sz="1800" spc="-1" strike="noStrike">
              <a:solidFill>
                <a:srgbClr val="ffffff"/>
              </a:solidFill>
              <a:uFill>
                <a:solidFill>
                  <a:srgbClr val="ffffff"/>
                </a:solidFill>
              </a:uFill>
              <a:latin typeface="Calibri"/>
            </a:endParaRPr>
          </a:p>
          <a:p>
            <a:pPr lvl="3" marL="1728000" indent="-216000">
              <a:buClr>
                <a:srgbClr val="ffffff"/>
              </a:buClr>
              <a:buSzPct val="75000"/>
              <a:buFont typeface="Symbol" charset="2"/>
              <a:buChar char=""/>
            </a:pPr>
            <a:r>
              <a:rPr b="0" lang="en-US" sz="1800" spc="-1" strike="noStrike">
                <a:solidFill>
                  <a:srgbClr val="ffffff"/>
                </a:solidFill>
                <a:uFill>
                  <a:solidFill>
                    <a:srgbClr val="ffffff"/>
                  </a:solidFill>
                </a:uFill>
                <a:latin typeface="Calibri"/>
              </a:rPr>
              <a:t>Fourth Outline Level</a:t>
            </a:r>
            <a:endParaRPr b="0" lang="en-US" sz="1800" spc="-1" strike="noStrike">
              <a:solidFill>
                <a:srgbClr val="ffffff"/>
              </a:solidFill>
              <a:uFill>
                <a:solidFill>
                  <a:srgbClr val="ffffff"/>
                </a:solidFill>
              </a:uFill>
              <a:latin typeface="Calibri"/>
            </a:endParaRPr>
          </a:p>
          <a:p>
            <a:pPr lvl="4" marL="2160000" indent="-216000">
              <a:buClr>
                <a:srgbClr val="ffffff"/>
              </a:buClr>
              <a:buSzPct val="45000"/>
              <a:buFont typeface="Wingdings" charset="2"/>
              <a:buChar char=""/>
            </a:pPr>
            <a:r>
              <a:rPr b="0" lang="en-US" sz="1800" spc="-1" strike="noStrike">
                <a:solidFill>
                  <a:srgbClr val="ffffff"/>
                </a:solidFill>
                <a:uFill>
                  <a:solidFill>
                    <a:srgbClr val="ffffff"/>
                  </a:solidFill>
                </a:uFill>
                <a:latin typeface="Calibri"/>
              </a:rPr>
              <a:t>Fifth Outline Level</a:t>
            </a:r>
            <a:endParaRPr b="0" lang="en-US" sz="1800" spc="-1" strike="noStrike">
              <a:solidFill>
                <a:srgbClr val="ffffff"/>
              </a:solidFill>
              <a:uFill>
                <a:solidFill>
                  <a:srgbClr val="ffffff"/>
                </a:solidFill>
              </a:uFill>
              <a:latin typeface="Calibri"/>
            </a:endParaRPr>
          </a:p>
          <a:p>
            <a:pPr lvl="5" marL="2592000" indent="-216000">
              <a:buClr>
                <a:srgbClr val="ffffff"/>
              </a:buClr>
              <a:buSzPct val="45000"/>
              <a:buFont typeface="Wingdings" charset="2"/>
              <a:buChar char=""/>
            </a:pPr>
            <a:r>
              <a:rPr b="0" lang="en-US" sz="1800" spc="-1" strike="noStrike">
                <a:solidFill>
                  <a:srgbClr val="ffffff"/>
                </a:solidFill>
                <a:uFill>
                  <a:solidFill>
                    <a:srgbClr val="ffffff"/>
                  </a:solidFill>
                </a:uFill>
                <a:latin typeface="Calibri"/>
              </a:rPr>
              <a:t>Sixth Outline Level</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Seventh Outline LevelClick to edit Master text styles</a:t>
            </a:r>
            <a:endParaRPr b="0" lang="en-US" sz="1800" spc="-1" strike="noStrike">
              <a:solidFill>
                <a:srgbClr val="ffffff"/>
              </a:solidFill>
              <a:uFill>
                <a:solidFill>
                  <a:srgbClr val="ffffff"/>
                </a:solidFill>
              </a:uFill>
              <a:latin typeface="Calibri"/>
            </a:endParaRPr>
          </a:p>
          <a:p>
            <a:pPr lvl="1" marL="743040" indent="-285480">
              <a:lnSpc>
                <a:spcPct val="100000"/>
              </a:lnSpc>
              <a:buClr>
                <a:srgbClr val="ffffff"/>
              </a:buClr>
              <a:buFont typeface="Arial"/>
              <a:buChar char="•"/>
            </a:pPr>
            <a:r>
              <a:rPr b="0" lang="en-US" sz="1600" spc="-1" strike="noStrike">
                <a:solidFill>
                  <a:srgbClr val="ffffff"/>
                </a:solidFill>
                <a:uFill>
                  <a:solidFill>
                    <a:srgbClr val="ffffff"/>
                  </a:solidFill>
                </a:uFill>
                <a:latin typeface="Calibri"/>
              </a:rPr>
              <a:t>Second level</a:t>
            </a:r>
            <a:endParaRPr b="0" lang="en-US" sz="1800" spc="-1" strike="noStrike">
              <a:solidFill>
                <a:srgbClr val="ffffff"/>
              </a:solidFill>
              <a:uFill>
                <a:solidFill>
                  <a:srgbClr val="ffffff"/>
                </a:solidFill>
              </a:uFill>
              <a:latin typeface="Calibri"/>
            </a:endParaRPr>
          </a:p>
          <a:p>
            <a:pPr lvl="2" marL="1200240" indent="-285480">
              <a:lnSpc>
                <a:spcPct val="100000"/>
              </a:lnSpc>
              <a:buClr>
                <a:srgbClr val="ffffff"/>
              </a:buClr>
              <a:buFont typeface="Arial"/>
              <a:buChar char="•"/>
            </a:pPr>
            <a:r>
              <a:rPr b="0" lang="en-US" sz="1400" spc="-1" strike="noStrike">
                <a:solidFill>
                  <a:srgbClr val="ffffff"/>
                </a:solidFill>
                <a:uFill>
                  <a:solidFill>
                    <a:srgbClr val="ffffff"/>
                  </a:solidFill>
                </a:uFill>
                <a:latin typeface="Calibri"/>
              </a:rPr>
              <a:t>Third level</a:t>
            </a:r>
            <a:endParaRPr b="0" lang="en-US" sz="1800" spc="-1" strike="noStrike">
              <a:solidFill>
                <a:srgbClr val="ffffff"/>
              </a:solidFill>
              <a:uFill>
                <a:solidFill>
                  <a:srgbClr val="ffffff"/>
                </a:solidFill>
              </a:uFill>
              <a:latin typeface="Calibri"/>
            </a:endParaRPr>
          </a:p>
          <a:p>
            <a:pPr lvl="3" marL="1542960" indent="-171000">
              <a:lnSpc>
                <a:spcPct val="100000"/>
              </a:lnSpc>
              <a:buClr>
                <a:srgbClr val="ffffff"/>
              </a:buClr>
              <a:buFont typeface="Arial"/>
              <a:buChar char="•"/>
            </a:pPr>
            <a:r>
              <a:rPr b="0" lang="en-US" sz="1200" spc="-1" strike="noStrike">
                <a:solidFill>
                  <a:srgbClr val="ffffff"/>
                </a:solidFill>
                <a:uFill>
                  <a:solidFill>
                    <a:srgbClr val="ffffff"/>
                  </a:solidFill>
                </a:uFill>
                <a:latin typeface="Calibri"/>
              </a:rPr>
              <a:t>Fourth level</a:t>
            </a:r>
            <a:endParaRPr b="0" lang="en-US" sz="1800" spc="-1" strike="noStrike">
              <a:solidFill>
                <a:srgbClr val="ffffff"/>
              </a:solidFill>
              <a:uFill>
                <a:solidFill>
                  <a:srgbClr val="ffffff"/>
                </a:solidFill>
              </a:uFill>
              <a:latin typeface="Calibri"/>
            </a:endParaRPr>
          </a:p>
          <a:p>
            <a:pPr lvl="4" marL="2000160" indent="-171000">
              <a:lnSpc>
                <a:spcPct val="100000"/>
              </a:lnSpc>
              <a:buClr>
                <a:srgbClr val="ffffff"/>
              </a:buClr>
              <a:buFont typeface="Arial"/>
              <a:buChar char="•"/>
            </a:pPr>
            <a:r>
              <a:rPr b="0" lang="en-US" sz="1200" spc="-1" strike="noStrike">
                <a:solidFill>
                  <a:srgbClr val="ffffff"/>
                </a:solidFill>
                <a:uFill>
                  <a:solidFill>
                    <a:srgbClr val="ffffff"/>
                  </a:solidFill>
                </a:uFill>
                <a:latin typeface="Calibri"/>
              </a:rPr>
              <a:t>Fifth level</a:t>
            </a:r>
            <a:endParaRPr b="0" lang="en-US" sz="1800" spc="-1" strike="noStrike">
              <a:solidFill>
                <a:srgbClr val="ffffff"/>
              </a:solidFill>
              <a:uFill>
                <a:solidFill>
                  <a:srgbClr val="ffffff"/>
                </a:solidFill>
              </a:uFill>
              <a:latin typeface="Calibri"/>
            </a:endParaRPr>
          </a:p>
        </p:txBody>
      </p:sp>
      <p:sp>
        <p:nvSpPr>
          <p:cNvPr id="43" name="PlaceHolder 3"/>
          <p:cNvSpPr>
            <a:spLocks noGrp="1"/>
          </p:cNvSpPr>
          <p:nvPr>
            <p:ph type="dt"/>
          </p:nvPr>
        </p:nvSpPr>
        <p:spPr>
          <a:xfrm>
            <a:off x="8589600" y="5870520"/>
            <a:ext cx="1599840" cy="377640"/>
          </a:xfrm>
          <a:prstGeom prst="rect">
            <a:avLst/>
          </a:prstGeom>
        </p:spPr>
        <p:txBody>
          <a:bodyPr anchor="ctr"/>
          <a:p>
            <a:pPr algn="r">
              <a:lnSpc>
                <a:spcPct val="100000"/>
              </a:lnSpc>
            </a:pPr>
            <a:r>
              <a:rPr b="0" lang="en-US" sz="1000" spc="-1" strike="noStrike">
                <a:solidFill>
                  <a:srgbClr val="ffffff"/>
                </a:solidFill>
                <a:uFill>
                  <a:solidFill>
                    <a:srgbClr val="ffffff"/>
                  </a:solidFill>
                </a:uFill>
                <a:latin typeface="Calibri"/>
              </a:rPr>
              <a:t>10/3/19</a:t>
            </a:r>
            <a:endParaRPr b="0" lang="en-US" sz="1400" spc="-1" strike="noStrike">
              <a:solidFill>
                <a:srgbClr val="ffffff"/>
              </a:solidFill>
              <a:uFill>
                <a:solidFill>
                  <a:srgbClr val="ffffff"/>
                </a:solidFill>
              </a:uFill>
              <a:latin typeface="Times New Roman"/>
            </a:endParaRPr>
          </a:p>
        </p:txBody>
      </p:sp>
      <p:sp>
        <p:nvSpPr>
          <p:cNvPr id="44" name="PlaceHolder 4"/>
          <p:cNvSpPr>
            <a:spLocks noGrp="1"/>
          </p:cNvSpPr>
          <p:nvPr>
            <p:ph type="ftr"/>
          </p:nvPr>
        </p:nvSpPr>
        <p:spPr>
          <a:xfrm>
            <a:off x="685800" y="5870520"/>
            <a:ext cx="7827120" cy="377640"/>
          </a:xfrm>
          <a:prstGeom prst="rect">
            <a:avLst/>
          </a:prstGeom>
        </p:spPr>
        <p:txBody>
          <a:bodyPr anchor="ctr"/>
          <a:p>
            <a:endParaRPr b="0" lang="en-US" sz="2400" spc="-1" strike="noStrike">
              <a:solidFill>
                <a:srgbClr val="ffffff"/>
              </a:solidFill>
              <a:uFill>
                <a:solidFill>
                  <a:srgbClr val="ffffff"/>
                </a:solidFill>
              </a:uFill>
              <a:latin typeface="Times New Roman"/>
            </a:endParaRPr>
          </a:p>
        </p:txBody>
      </p:sp>
      <p:sp>
        <p:nvSpPr>
          <p:cNvPr id="45" name="PlaceHolder 5"/>
          <p:cNvSpPr>
            <a:spLocks noGrp="1"/>
          </p:cNvSpPr>
          <p:nvPr>
            <p:ph type="sldNum"/>
          </p:nvPr>
        </p:nvSpPr>
        <p:spPr>
          <a:xfrm>
            <a:off x="10266120" y="5870520"/>
            <a:ext cx="550800" cy="377640"/>
          </a:xfrm>
          <a:prstGeom prst="rect">
            <a:avLst/>
          </a:prstGeom>
        </p:spPr>
        <p:txBody>
          <a:bodyPr anchor="ctr"/>
          <a:p>
            <a:pPr algn="r">
              <a:lnSpc>
                <a:spcPct val="100000"/>
              </a:lnSpc>
            </a:pPr>
            <a:fld id="{C47F1457-768E-40E0-A2AC-37ABD19EE2B6}" type="slidenum">
              <a:rPr b="0" lang="en-US" sz="1000" spc="-1" strike="noStrike">
                <a:solidFill>
                  <a:srgbClr val="ffffff"/>
                </a:solidFill>
                <a:uFill>
                  <a:solidFill>
                    <a:srgbClr val="ffffff"/>
                  </a:solidFill>
                </a:uFill>
                <a:latin typeface="Calibri"/>
              </a:rPr>
              <a:t>&lt;number&gt;</a:t>
            </a:fld>
            <a:endParaRPr b="0" lang="en-US" sz="1400" spc="-1" strike="noStrike">
              <a:solidFill>
                <a:srgbClr val="ffffff"/>
              </a:solidFill>
              <a:uFill>
                <a:solidFill>
                  <a:srgbClr val="ffffff"/>
                </a:solidFill>
              </a:uFill>
              <a:latin typeface="Times New Roman"/>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Shape 1"/>
          <p:cNvSpPr txBox="1"/>
          <p:nvPr/>
        </p:nvSpPr>
        <p:spPr>
          <a:xfrm>
            <a:off x="4060800" y="65160"/>
            <a:ext cx="7197480" cy="2421000"/>
          </a:xfrm>
          <a:prstGeom prst="rect">
            <a:avLst/>
          </a:prstGeom>
          <a:noFill/>
          <a:ln>
            <a:noFill/>
          </a:ln>
        </p:spPr>
        <p:txBody>
          <a:bodyPr anchor="b"/>
          <a:p>
            <a:pPr algn="r">
              <a:lnSpc>
                <a:spcPct val="100000"/>
              </a:lnSpc>
            </a:pPr>
            <a:r>
              <a:rPr b="1" lang="en-US" sz="4800" spc="-1" strike="noStrike" cap="all">
                <a:solidFill>
                  <a:srgbClr val="ffffff"/>
                </a:solidFill>
                <a:uFill>
                  <a:solidFill>
                    <a:srgbClr val="ffffff"/>
                  </a:solidFill>
                </a:uFill>
                <a:latin typeface="Calibri Light"/>
              </a:rPr>
              <a:t>Multi-Script Text identification</a:t>
            </a:r>
            <a:endParaRPr b="0" lang="en-US" sz="1800" spc="-1" strike="noStrike">
              <a:solidFill>
                <a:srgbClr val="ffffff"/>
              </a:solidFill>
              <a:uFill>
                <a:solidFill>
                  <a:srgbClr val="ffffff"/>
                </a:solidFill>
              </a:uFill>
              <a:latin typeface="Calibri"/>
            </a:endParaRPr>
          </a:p>
        </p:txBody>
      </p:sp>
      <p:sp>
        <p:nvSpPr>
          <p:cNvPr id="81" name="TextShape 2"/>
          <p:cNvSpPr txBox="1"/>
          <p:nvPr/>
        </p:nvSpPr>
        <p:spPr>
          <a:xfrm>
            <a:off x="3939120" y="2866320"/>
            <a:ext cx="8745120" cy="1198800"/>
          </a:xfrm>
          <a:prstGeom prst="rect">
            <a:avLst/>
          </a:prstGeom>
          <a:noFill/>
          <a:ln>
            <a:noFill/>
          </a:ln>
        </p:spPr>
        <p:txBody>
          <a:bodyPr/>
          <a:p>
            <a:pPr algn="ctr">
              <a:lnSpc>
                <a:spcPct val="100000"/>
              </a:lnSpc>
            </a:pPr>
            <a:r>
              <a:rPr b="1" lang="en-US" sz="2300" spc="-1" strike="noStrike" cap="all">
                <a:solidFill>
                  <a:srgbClr val="ffffff"/>
                </a:solidFill>
                <a:uFill>
                  <a:solidFill>
                    <a:srgbClr val="ffffff"/>
                  </a:solidFill>
                </a:uFill>
                <a:latin typeface="Calibri"/>
              </a:rPr>
              <a:t>CSN 383 MACHINE LEARNING – COURSE PROJECT</a:t>
            </a:r>
            <a:endParaRPr b="0" lang="en-US" sz="3200" spc="-1" strike="noStrike">
              <a:solidFill>
                <a:srgbClr val="ffffff"/>
              </a:solidFill>
              <a:uFill>
                <a:solidFill>
                  <a:srgbClr val="ffffff"/>
                </a:solidFill>
              </a:uFill>
              <a:latin typeface="Arial"/>
            </a:endParaRPr>
          </a:p>
          <a:p>
            <a:pPr algn="ctr">
              <a:lnSpc>
                <a:spcPct val="100000"/>
              </a:lnSpc>
            </a:pPr>
            <a:r>
              <a:rPr b="0" lang="en-US" sz="2300" spc="-1" strike="noStrike">
                <a:solidFill>
                  <a:srgbClr val="ffffff"/>
                </a:solidFill>
                <a:uFill>
                  <a:solidFill>
                    <a:srgbClr val="ffffff"/>
                  </a:solidFill>
                </a:uFill>
                <a:latin typeface="Calibri"/>
              </a:rPr>
              <a:t>Under The Supervision Of Dr. Partha Partim Roy</a:t>
            </a:r>
            <a:endParaRPr b="0" lang="en-US" sz="3200" spc="-1" strike="noStrike">
              <a:solidFill>
                <a:srgbClr val="ffffff"/>
              </a:solidFill>
              <a:uFill>
                <a:solidFill>
                  <a:srgbClr val="ffffff"/>
                </a:solidFill>
              </a:uFill>
              <a:latin typeface="Arial"/>
            </a:endParaRPr>
          </a:p>
        </p:txBody>
      </p:sp>
    </p:spTree>
  </p:cSld>
  <p:timing>
    <p:tnLst>
      <p:par>
        <p:cTn id="1" dur="indefinite" restart="never" nodeType="tmRoot">
          <p:childTnLst>
            <p:seq>
              <p:cTn id="2" nodeType="mainSeq">
                <p:childTnLst>
                  <p:par>
                    <p:cTn id="3" fill="freeze">
                      <p:stCondLst>
                        <p:cond delay="indefinite"/>
                      </p:stCondLst>
                      <p:childTnLst>
                        <p:par>
                          <p:cTn id="4" fill="freeze">
                            <p:stCondLst>
                              <p:cond delay="0"/>
                            </p:stCondLst>
                            <p:childTnLst>
                              <p:par>
                                <p:cTn id="5" nodeType="clickEffect" fill="hold" presetClass="entr" presetID="42">
                                  <p:stCondLst>
                                    <p:cond delay="0"/>
                                  </p:stCondLst>
                                  <p:childTnLst>
                                    <p:set>
                                      <p:cBhvr>
                                        <p:cTn id="6" dur="1" fill="hold">
                                          <p:stCondLst>
                                            <p:cond delay="0"/>
                                          </p:stCondLst>
                                        </p:cTn>
                                        <p:tgtEl>
                                          <p:spTgt spid="80"/>
                                        </p:tgtEl>
                                        <p:attrNameLst>
                                          <p:attrName>style.visibility</p:attrName>
                                        </p:attrNameLst>
                                      </p:cBhvr>
                                      <p:to>
                                        <p:strVal val="visible"/>
                                      </p:to>
                                    </p:set>
                                    <p:animEffect filter="fade" transition="in">
                                      <p:cBhvr additive="repl">
                                        <p:cTn id="7" dur="1000"/>
                                        <p:tgtEl>
                                          <p:spTgt spid="80"/>
                                        </p:tgtEl>
                                      </p:cBhvr>
                                    </p:animEffect>
                                    <p:anim calcmode="lin" valueType="num">
                                      <p:cBhvr additive="repl">
                                        <p:cTn id="8" dur="1000" fill="hold"/>
                                        <p:tgtEl>
                                          <p:spTgt spid="80"/>
                                        </p:tgtEl>
                                        <p:attrNameLst>
                                          <p:attrName>ppt_x</p:attrName>
                                        </p:attrNameLst>
                                      </p:cBhvr>
                                      <p:tavLst>
                                        <p:tav tm="0">
                                          <p:val>
                                            <p:strVal val="#ppt_x"/>
                                          </p:val>
                                        </p:tav>
                                        <p:tav tm="100000">
                                          <p:val>
                                            <p:strVal val="#ppt_x"/>
                                          </p:val>
                                        </p:tav>
                                      </p:tavLst>
                                    </p:anim>
                                    <p:anim calcmode="lin" valueType="num">
                                      <p:cBhvr additive="repl">
                                        <p:cTn id="9" dur="1000" fill="hold"/>
                                        <p:tgtEl>
                                          <p:spTgt spid="80"/>
                                        </p:tgtEl>
                                        <p:attrNameLst>
                                          <p:attrName>ppt_y</p:attrName>
                                        </p:attrNameLst>
                                      </p:cBhvr>
                                      <p:tavLst>
                                        <p:tav tm="0">
                                          <p:val>
                                            <p:strVal val="#ppt_y+.1"/>
                                          </p:val>
                                        </p:tav>
                                        <p:tav tm="100000">
                                          <p:val>
                                            <p:strVal val="#ppt_y"/>
                                          </p:val>
                                        </p:tav>
                                      </p:tavLst>
                                    </p:anim>
                                  </p:childTnLst>
                                </p:cTn>
                              </p:par>
                            </p:childTnLst>
                          </p:cTn>
                        </p:par>
                        <p:par>
                          <p:cTn id="10" fill="freeze">
                            <p:stCondLst>
                              <p:cond delay="1000"/>
                            </p:stCondLst>
                            <p:childTnLst>
                              <p:par>
                                <p:cTn id="11" nodeType="afterEffect" fill="hold" presetClass="entr" presetID="16" presetSubtype="21">
                                  <p:stCondLst>
                                    <p:cond delay="0"/>
                                  </p:stCondLst>
                                  <p:childTnLst>
                                    <p:set>
                                      <p:cBhvr>
                                        <p:cTn id="12" dur="1" fill="hold">
                                          <p:stCondLst>
                                            <p:cond delay="0"/>
                                          </p:stCondLst>
                                        </p:cTn>
                                        <p:tgtEl>
                                          <p:spTgt spid="81">
                                            <p:txEl>
                                              <p:pRg st="0" end="42"/>
                                            </p:txEl>
                                          </p:spTgt>
                                        </p:tgtEl>
                                        <p:attrNameLst>
                                          <p:attrName>style.visibility</p:attrName>
                                        </p:attrNameLst>
                                      </p:cBhvr>
                                      <p:to>
                                        <p:strVal val="visible"/>
                                      </p:to>
                                    </p:set>
                                    <p:animEffect filter="barn(inVertical)" transition="out">
                                      <p:cBhvr additive="repl">
                                        <p:cTn id="13" dur="500"/>
                                        <p:tgtEl>
                                          <p:spTgt spid="81">
                                            <p:txEl>
                                              <p:pRg st="0" end="42"/>
                                            </p:txEl>
                                          </p:spTgt>
                                        </p:tgtEl>
                                      </p:cBhvr>
                                    </p:animEffect>
                                  </p:childTnLst>
                                </p:cTn>
                              </p:par>
                            </p:childTnLst>
                          </p:cTn>
                        </p:par>
                        <p:par>
                          <p:cTn id="14" fill="freeze">
                            <p:stCondLst>
                              <p:cond delay="1500"/>
                            </p:stCondLst>
                            <p:childTnLst>
                              <p:par>
                                <p:cTn id="15" nodeType="afterEffect" fill="hold" presetClass="entr" presetID="16" presetSubtype="21">
                                  <p:stCondLst>
                                    <p:cond delay="0"/>
                                  </p:stCondLst>
                                  <p:childTnLst>
                                    <p:set>
                                      <p:cBhvr>
                                        <p:cTn id="16" dur="1" fill="hold">
                                          <p:stCondLst>
                                            <p:cond delay="0"/>
                                          </p:stCondLst>
                                        </p:cTn>
                                        <p:tgtEl>
                                          <p:spTgt spid="81">
                                            <p:txEl>
                                              <p:pRg st="0" end="42"/>
                                            </p:txEl>
                                          </p:spTgt>
                                        </p:tgtEl>
                                        <p:attrNameLst>
                                          <p:attrName>style.visibility</p:attrName>
                                        </p:attrNameLst>
                                      </p:cBhvr>
                                      <p:to>
                                        <p:strVal val="visible"/>
                                      </p:to>
                                    </p:set>
                                    <p:animEffect filter="barn(inVertical)" transition="out">
                                      <p:cBhvr additive="repl">
                                        <p:cTn id="17" dur="500"/>
                                        <p:tgtEl>
                                          <p:spTgt spid="81">
                                            <p:txEl>
                                              <p:pRg st="0" end="42"/>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TextShape 1"/>
          <p:cNvSpPr txBox="1"/>
          <p:nvPr/>
        </p:nvSpPr>
        <p:spPr>
          <a:xfrm>
            <a:off x="685800" y="609480"/>
            <a:ext cx="10131120" cy="1455840"/>
          </a:xfrm>
          <a:prstGeom prst="rect">
            <a:avLst/>
          </a:prstGeom>
          <a:noFill/>
          <a:ln>
            <a:noFill/>
          </a:ln>
        </p:spPr>
        <p:txBody>
          <a:bodyPr anchor="ctr"/>
          <a:p>
            <a:pPr>
              <a:lnSpc>
                <a:spcPct val="100000"/>
              </a:lnSpc>
            </a:pPr>
            <a:r>
              <a:rPr b="0" lang="en-US" sz="3600" spc="-1" strike="noStrike" cap="all">
                <a:solidFill>
                  <a:srgbClr val="ffffff"/>
                </a:solidFill>
                <a:uFill>
                  <a:solidFill>
                    <a:srgbClr val="ffffff"/>
                  </a:solidFill>
                </a:uFill>
                <a:latin typeface="Calibri Light"/>
              </a:rPr>
              <a:t>Objective</a:t>
            </a:r>
            <a:endParaRPr b="0" lang="en-US" sz="1800" spc="-1" strike="noStrike">
              <a:solidFill>
                <a:srgbClr val="ffffff"/>
              </a:solidFill>
              <a:uFill>
                <a:solidFill>
                  <a:srgbClr val="ffffff"/>
                </a:solidFill>
              </a:uFill>
              <a:latin typeface="Calibri"/>
            </a:endParaRPr>
          </a:p>
        </p:txBody>
      </p:sp>
      <p:sp>
        <p:nvSpPr>
          <p:cNvPr id="83" name="TextShape 2"/>
          <p:cNvSpPr txBox="1"/>
          <p:nvPr/>
        </p:nvSpPr>
        <p:spPr>
          <a:xfrm>
            <a:off x="685800" y="1906200"/>
            <a:ext cx="10479960" cy="1326240"/>
          </a:xfrm>
          <a:prstGeom prst="rect">
            <a:avLst/>
          </a:prstGeom>
          <a:noFill/>
          <a:ln>
            <a:noFill/>
          </a:ln>
        </p:spPr>
        <p:txBody>
          <a:bodyPr anchor="ctr"/>
          <a:p>
            <a:pPr>
              <a:lnSpc>
                <a:spcPct val="100000"/>
              </a:lnSpc>
            </a:pPr>
            <a:r>
              <a:rPr b="0" lang="en-US" sz="2400" spc="-1" strike="noStrike">
                <a:solidFill>
                  <a:srgbClr val="ffffff"/>
                </a:solidFill>
                <a:uFill>
                  <a:solidFill>
                    <a:srgbClr val="ffffff"/>
                  </a:solidFill>
                </a:uFill>
                <a:latin typeface="Calibri"/>
              </a:rPr>
              <a:t>Train a Model that can detect and predict which language a word belongs to when an image containing the word is given as input</a:t>
            </a:r>
            <a:endParaRPr b="0" lang="en-US" sz="1800" spc="-1" strike="noStrike">
              <a:solidFill>
                <a:srgbClr val="ffffff"/>
              </a:solidFill>
              <a:uFill>
                <a:solidFill>
                  <a:srgbClr val="ffffff"/>
                </a:solidFill>
              </a:uFill>
              <a:latin typeface="Calibri"/>
            </a:endParaRPr>
          </a:p>
          <a:p>
            <a:pPr>
              <a:lnSpc>
                <a:spcPct val="100000"/>
              </a:lnSpc>
            </a:pPr>
            <a:endParaRPr b="0" lang="en-US" sz="1800" spc="-1" strike="noStrike">
              <a:solidFill>
                <a:srgbClr val="ffffff"/>
              </a:solidFill>
              <a:uFill>
                <a:solidFill>
                  <a:srgbClr val="ffffff"/>
                </a:solidFill>
              </a:uFill>
              <a:latin typeface="Calibri"/>
            </a:endParaRPr>
          </a:p>
        </p:txBody>
      </p:sp>
      <p:pic>
        <p:nvPicPr>
          <p:cNvPr id="84" name="Picture 4" descr=""/>
          <p:cNvPicPr/>
          <p:nvPr/>
        </p:nvPicPr>
        <p:blipFill>
          <a:blip r:embed="rId1"/>
          <a:stretch/>
        </p:blipFill>
        <p:spPr>
          <a:xfrm rot="21540000">
            <a:off x="3104640" y="3132360"/>
            <a:ext cx="5942520" cy="3021840"/>
          </a:xfrm>
          <a:prstGeom prst="rect">
            <a:avLst/>
          </a:prstGeom>
          <a:ln>
            <a:noFill/>
          </a:ln>
        </p:spPr>
      </p:pic>
    </p:spTree>
  </p:cSld>
  <p:timing>
    <p:tnLst>
      <p:par>
        <p:cTn id="18" dur="indefinite" restart="never" nodeType="tmRoot">
          <p:childTnLst>
            <p:seq>
              <p:cTn id="19" dur="indefinite" nodeType="mainSeq">
                <p:childTnLst>
                  <p:par>
                    <p:cTn id="20" fill="hold">
                      <p:stCondLst>
                        <p:cond delay="0"/>
                      </p:stCondLst>
                      <p:childTnLst>
                        <p:par>
                          <p:cTn id="21" fill="hold">
                            <p:stCondLst>
                              <p:cond delay="0"/>
                            </p:stCondLst>
                            <p:childTnLst>
                              <p:par>
                                <p:cTn id="22" nodeType="afterEffect" fill="hold" presetClass="entr" presetID="26">
                                  <p:stCondLst>
                                    <p:cond delay="0"/>
                                  </p:stCondLst>
                                  <p:childTnLst>
                                    <p:set>
                                      <p:cBhvr>
                                        <p:cTn id="23" dur="1" fill="hold">
                                          <p:stCondLst>
                                            <p:cond delay="0"/>
                                          </p:stCondLst>
                                        </p:cTn>
                                        <p:tgtEl>
                                          <p:spTgt spid="82"/>
                                        </p:tgtEl>
                                        <p:attrNameLst>
                                          <p:attrName>style.visibility</p:attrName>
                                        </p:attrNameLst>
                                      </p:cBhvr>
                                      <p:to>
                                        <p:strVal val="visible"/>
                                      </p:to>
                                    </p:set>
                                    <p:animEffect filter="wipe(down)" transition="out">
                                      <p:cBhvr additive="repl">
                                        <p:cTn id="24" dur="507">
                                          <p:stCondLst>
                                            <p:cond delay="0"/>
                                          </p:stCondLst>
                                        </p:cTn>
                                        <p:tgtEl>
                                          <p:spTgt spid="82"/>
                                        </p:tgtEl>
                                      </p:cBhvr>
                                    </p:animEffect>
                                    <p:anim calcmode="lin" valueType="num">
                                      <p:cBhvr additive="repl">
                                        <p:cTn id="25" dur="1594">
                                          <p:stCondLst>
                                            <p:cond delay="0"/>
                                          </p:stCondLst>
                                        </p:cTn>
                                        <p:tgtEl>
                                          <p:spTgt spid="82"/>
                                        </p:tgtEl>
                                        <p:attrNameLst>
                                          <p:attrName>ppt_x</p:attrName>
                                        </p:attrNameLst>
                                      </p:cBhvr>
                                      <p:tavLst>
                                        <p:tav tm="0">
                                          <p:val>
                                            <p:strVal val="#ppt_x-0.25"/>
                                          </p:val>
                                        </p:tav>
                                        <p:tav tm="100000">
                                          <p:val>
                                            <p:strVal val="#ppt_x"/>
                                          </p:val>
                                        </p:tav>
                                      </p:tavLst>
                                    </p:anim>
                                    <p:anim calcmode="lin" valueType="num">
                                      <p:cBhvr additive="repl">
                                        <p:cTn id="26" dur="581">
                                          <p:stCondLst>
                                            <p:cond delay="0"/>
                                          </p:stCondLst>
                                        </p:cTn>
                                        <p:tgtEl>
                                          <p:spTgt spid="82"/>
                                        </p:tgtEl>
                                        <p:attrNameLst>
                                          <p:attrName>ppt_y</p:attrName>
                                        </p:attrNameLst>
                                      </p:cBhvr>
                                      <p:tavLst>
                                        <p:tav tm="0">
                                          <p:val/>
                                        </p:tav>
                                        <p:tav tm="100000">
                                          <p:val/>
                                        </p:tav>
                                      </p:tavLst>
                                    </p:anim>
                                    <p:anim calcmode="lin" valueType="num">
                                      <p:cBhvr additive="repl">
                                        <p:cTn id="27" dur="581">
                                          <p:stCondLst>
                                            <p:cond delay="581"/>
                                          </p:stCondLst>
                                        </p:cTn>
                                        <p:tgtEl>
                                          <p:spTgt spid="82"/>
                                        </p:tgtEl>
                                        <p:attrNameLst>
                                          <p:attrName>ppt_y</p:attrName>
                                        </p:attrNameLst>
                                      </p:cBhvr>
                                      <p:tavLst>
                                        <p:tav tm="0">
                                          <p:val/>
                                        </p:tav>
                                        <p:tav tm="100000">
                                          <p:val/>
                                        </p:tav>
                                      </p:tavLst>
                                    </p:anim>
                                    <p:anim calcmode="lin" valueType="num">
                                      <p:cBhvr additive="repl">
                                        <p:cTn id="28" dur="290">
                                          <p:stCondLst>
                                            <p:cond delay="1159"/>
                                          </p:stCondLst>
                                        </p:cTn>
                                        <p:tgtEl>
                                          <p:spTgt spid="82"/>
                                        </p:tgtEl>
                                        <p:attrNameLst>
                                          <p:attrName>ppt_y</p:attrName>
                                        </p:attrNameLst>
                                      </p:cBhvr>
                                      <p:tavLst>
                                        <p:tav tm="0">
                                          <p:val/>
                                        </p:tav>
                                        <p:tav tm="100000">
                                          <p:val/>
                                        </p:tav>
                                      </p:tavLst>
                                    </p:anim>
                                    <p:anim calcmode="lin" valueType="num">
                                      <p:cBhvr additive="repl">
                                        <p:cTn id="29" dur="144">
                                          <p:stCondLst>
                                            <p:cond delay="1449"/>
                                          </p:stCondLst>
                                        </p:cTn>
                                        <p:tgtEl>
                                          <p:spTgt spid="82"/>
                                        </p:tgtEl>
                                        <p:attrNameLst>
                                          <p:attrName>ppt_y</p:attrName>
                                        </p:attrNameLst>
                                      </p:cBhvr>
                                      <p:tavLst>
                                        <p:tav tm="0">
                                          <p:val/>
                                        </p:tav>
                                        <p:tav tm="100000">
                                          <p:val/>
                                        </p:tav>
                                      </p:tavLst>
                                    </p:anim>
                                  </p:childTnLst>
                                </p:cTn>
                              </p:par>
                            </p:childTnLst>
                          </p:cTn>
                        </p:par>
                        <p:par>
                          <p:cTn id="30" fill="hold">
                            <p:stCondLst>
                              <p:cond delay="1750"/>
                            </p:stCondLst>
                            <p:childTnLst>
                              <p:par>
                                <p:cTn id="31" nodeType="afterEffect" fill="hold" presetClass="entr" presetID="16" presetSubtype="21">
                                  <p:stCondLst>
                                    <p:cond delay="0"/>
                                  </p:stCondLst>
                                  <p:childTnLst>
                                    <p:set>
                                      <p:cBhvr>
                                        <p:cTn id="32" dur="1" fill="hold">
                                          <p:stCondLst>
                                            <p:cond delay="0"/>
                                          </p:stCondLst>
                                        </p:cTn>
                                        <p:tgtEl>
                                          <p:spTgt spid="83">
                                            <p:txEl>
                                              <p:pRg st="0" end="127"/>
                                            </p:txEl>
                                          </p:spTgt>
                                        </p:tgtEl>
                                        <p:attrNameLst>
                                          <p:attrName>style.visibility</p:attrName>
                                        </p:attrNameLst>
                                      </p:cBhvr>
                                      <p:to>
                                        <p:strVal val="visible"/>
                                      </p:to>
                                    </p:set>
                                    <p:animEffect filter="barn(inVertical)" transition="out">
                                      <p:cBhvr additive="repl">
                                        <p:cTn id="33" dur="500"/>
                                        <p:tgtEl>
                                          <p:spTgt spid="83">
                                            <p:txEl>
                                              <p:pRg st="0" end="127"/>
                                            </p:txEl>
                                          </p:spTgt>
                                        </p:tgtEl>
                                      </p:cBhvr>
                                    </p:animEffect>
                                  </p:childTnLst>
                                </p:cTn>
                              </p:par>
                              <p:par>
                                <p:cTn id="34" nodeType="withEffect" fill="hold" presetClass="entr" presetID="22" presetSubtype="4">
                                  <p:stCondLst>
                                    <p:cond delay="0"/>
                                  </p:stCondLst>
                                  <p:childTnLst>
                                    <p:set>
                                      <p:cBhvr>
                                        <p:cTn id="35" dur="1" fill="hold">
                                          <p:stCondLst>
                                            <p:cond delay="0"/>
                                          </p:stCondLst>
                                        </p:cTn>
                                        <p:tgtEl>
                                          <p:spTgt spid="84"/>
                                        </p:tgtEl>
                                        <p:attrNameLst>
                                          <p:attrName>style.visibility</p:attrName>
                                        </p:attrNameLst>
                                      </p:cBhvr>
                                      <p:to>
                                        <p:strVal val="visible"/>
                                      </p:to>
                                    </p:set>
                                    <p:animEffect filter="wipe(down)" transition="out">
                                      <p:cBhvr additive="repl">
                                        <p:cTn id="36" dur="500"/>
                                        <p:tgtEl>
                                          <p:spTgt spid="84"/>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Shape 1"/>
          <p:cNvSpPr txBox="1"/>
          <p:nvPr/>
        </p:nvSpPr>
        <p:spPr>
          <a:xfrm>
            <a:off x="685800" y="609480"/>
            <a:ext cx="10131120" cy="1455840"/>
          </a:xfrm>
          <a:prstGeom prst="rect">
            <a:avLst/>
          </a:prstGeom>
          <a:noFill/>
          <a:ln>
            <a:noFill/>
          </a:ln>
        </p:spPr>
        <p:txBody>
          <a:bodyPr anchor="ctr"/>
          <a:p>
            <a:pPr>
              <a:lnSpc>
                <a:spcPct val="100000"/>
              </a:lnSpc>
            </a:pPr>
            <a:r>
              <a:rPr b="0" lang="en-US" sz="3600" spc="-1" strike="noStrike" cap="all">
                <a:solidFill>
                  <a:srgbClr val="ffffff"/>
                </a:solidFill>
                <a:uFill>
                  <a:solidFill>
                    <a:srgbClr val="ffffff"/>
                  </a:solidFill>
                </a:uFill>
                <a:latin typeface="Calibri Light"/>
              </a:rPr>
              <a:t>Dataset description</a:t>
            </a:r>
            <a:endParaRPr b="0" lang="en-US" sz="1800" spc="-1" strike="noStrike">
              <a:solidFill>
                <a:srgbClr val="ffffff"/>
              </a:solidFill>
              <a:uFill>
                <a:solidFill>
                  <a:srgbClr val="ffffff"/>
                </a:solidFill>
              </a:uFill>
              <a:latin typeface="Calibri"/>
            </a:endParaRPr>
          </a:p>
        </p:txBody>
      </p:sp>
      <p:sp>
        <p:nvSpPr>
          <p:cNvPr id="86" name="TextShape 2"/>
          <p:cNvSpPr txBox="1"/>
          <p:nvPr/>
        </p:nvSpPr>
        <p:spPr>
          <a:xfrm>
            <a:off x="685800" y="1704240"/>
            <a:ext cx="10131120" cy="2506680"/>
          </a:xfrm>
          <a:prstGeom prst="rect">
            <a:avLst/>
          </a:prstGeom>
          <a:noFill/>
          <a:ln>
            <a:noFill/>
          </a:ln>
        </p:spPr>
        <p:txBody>
          <a:bodyPr anchor="ctr"/>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Dataset from ICDAR2017 Competition on Multi-Lingual Scene Text Detection and Script Identification Task 2 is used for this project</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Training Set of about 63,000 images and validation set of about 16,000 images</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Two text files each describing the ground truth of each image in training set and validation set</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There are total 7 class labels that is 6 different languages that a word from the dataset may belong to and a symbol class to which mathematical symbols belong</a:t>
            </a:r>
            <a:endParaRPr b="0" lang="en-US" sz="1800" spc="-1" strike="noStrike">
              <a:solidFill>
                <a:srgbClr val="ffffff"/>
              </a:solidFill>
              <a:uFill>
                <a:solidFill>
                  <a:srgbClr val="ffffff"/>
                </a:solidFill>
              </a:uFill>
              <a:latin typeface="Calibri"/>
            </a:endParaRPr>
          </a:p>
        </p:txBody>
      </p:sp>
      <p:pic>
        <p:nvPicPr>
          <p:cNvPr id="87" name="Picture 4" descr=""/>
          <p:cNvPicPr/>
          <p:nvPr/>
        </p:nvPicPr>
        <p:blipFill>
          <a:blip r:embed="rId1"/>
          <a:stretch/>
        </p:blipFill>
        <p:spPr>
          <a:xfrm>
            <a:off x="3835800" y="4532400"/>
            <a:ext cx="1421640" cy="625680"/>
          </a:xfrm>
          <a:prstGeom prst="rect">
            <a:avLst/>
          </a:prstGeom>
          <a:ln>
            <a:noFill/>
          </a:ln>
        </p:spPr>
      </p:pic>
      <p:pic>
        <p:nvPicPr>
          <p:cNvPr id="88" name="Picture 5" descr=""/>
          <p:cNvPicPr/>
          <p:nvPr/>
        </p:nvPicPr>
        <p:blipFill>
          <a:blip r:embed="rId2"/>
          <a:stretch/>
        </p:blipFill>
        <p:spPr>
          <a:xfrm>
            <a:off x="1159920" y="4532400"/>
            <a:ext cx="1252440" cy="625680"/>
          </a:xfrm>
          <a:prstGeom prst="rect">
            <a:avLst/>
          </a:prstGeom>
          <a:ln>
            <a:noFill/>
          </a:ln>
        </p:spPr>
      </p:pic>
      <p:pic>
        <p:nvPicPr>
          <p:cNvPr id="89" name="Picture 6" descr=""/>
          <p:cNvPicPr/>
          <p:nvPr/>
        </p:nvPicPr>
        <p:blipFill>
          <a:blip r:embed="rId3"/>
          <a:stretch/>
        </p:blipFill>
        <p:spPr>
          <a:xfrm>
            <a:off x="7904520" y="5751360"/>
            <a:ext cx="1256400" cy="532440"/>
          </a:xfrm>
          <a:prstGeom prst="rect">
            <a:avLst/>
          </a:prstGeom>
          <a:ln>
            <a:noFill/>
          </a:ln>
        </p:spPr>
      </p:pic>
      <p:pic>
        <p:nvPicPr>
          <p:cNvPr id="90" name="Picture 7" descr=""/>
          <p:cNvPicPr/>
          <p:nvPr/>
        </p:nvPicPr>
        <p:blipFill>
          <a:blip r:embed="rId4"/>
          <a:stretch/>
        </p:blipFill>
        <p:spPr>
          <a:xfrm>
            <a:off x="9162000" y="4532400"/>
            <a:ext cx="1064160" cy="587160"/>
          </a:xfrm>
          <a:prstGeom prst="rect">
            <a:avLst/>
          </a:prstGeom>
          <a:ln>
            <a:noFill/>
          </a:ln>
        </p:spPr>
      </p:pic>
      <p:pic>
        <p:nvPicPr>
          <p:cNvPr id="91" name="Picture 9" descr=""/>
          <p:cNvPicPr/>
          <p:nvPr/>
        </p:nvPicPr>
        <p:blipFill>
          <a:blip r:embed="rId5"/>
          <a:stretch/>
        </p:blipFill>
        <p:spPr>
          <a:xfrm>
            <a:off x="6594120" y="4532400"/>
            <a:ext cx="1209240" cy="587160"/>
          </a:xfrm>
          <a:prstGeom prst="rect">
            <a:avLst/>
          </a:prstGeom>
          <a:ln>
            <a:noFill/>
          </a:ln>
        </p:spPr>
      </p:pic>
      <p:pic>
        <p:nvPicPr>
          <p:cNvPr id="92" name="Picture 10" descr=""/>
          <p:cNvPicPr/>
          <p:nvPr/>
        </p:nvPicPr>
        <p:blipFill>
          <a:blip r:embed="rId6"/>
          <a:stretch/>
        </p:blipFill>
        <p:spPr>
          <a:xfrm>
            <a:off x="2799000" y="5459760"/>
            <a:ext cx="650520" cy="989280"/>
          </a:xfrm>
          <a:prstGeom prst="rect">
            <a:avLst/>
          </a:prstGeom>
          <a:ln>
            <a:noFill/>
          </a:ln>
        </p:spPr>
      </p:pic>
      <p:pic>
        <p:nvPicPr>
          <p:cNvPr id="93" name="Picture 11" descr=""/>
          <p:cNvPicPr/>
          <p:nvPr/>
        </p:nvPicPr>
        <p:blipFill>
          <a:blip r:embed="rId7"/>
          <a:stretch/>
        </p:blipFill>
        <p:spPr>
          <a:xfrm>
            <a:off x="4852080" y="5751360"/>
            <a:ext cx="1859760" cy="684360"/>
          </a:xfrm>
          <a:prstGeom prst="rect">
            <a:avLst/>
          </a:prstGeom>
          <a:ln>
            <a:noFill/>
          </a:ln>
        </p:spPr>
      </p:pic>
    </p:spTree>
  </p:cSld>
  <p:timing>
    <p:tnLst>
      <p:par>
        <p:cTn id="37" dur="indefinite" restart="never" nodeType="tmRoot">
          <p:childTnLst>
            <p:seq>
              <p:cTn id="38" dur="indefinite" nodeType="mainSeq">
                <p:childTnLst>
                  <p:par>
                    <p:cTn id="39" fill="hold">
                      <p:stCondLst>
                        <p:cond delay="0"/>
                      </p:stCondLst>
                      <p:childTnLst>
                        <p:par>
                          <p:cTn id="40" fill="hold">
                            <p:stCondLst>
                              <p:cond delay="0"/>
                            </p:stCondLst>
                            <p:childTnLst>
                              <p:par>
                                <p:cTn id="41" nodeType="afterEffect" fill="hold" presetClass="entr" presetID="14" presetSubtype="10">
                                  <p:stCondLst>
                                    <p:cond delay="0"/>
                                  </p:stCondLst>
                                  <p:childTnLst>
                                    <p:set>
                                      <p:cBhvr>
                                        <p:cTn id="42" dur="1" fill="hold">
                                          <p:stCondLst>
                                            <p:cond delay="0"/>
                                          </p:stCondLst>
                                        </p:cTn>
                                        <p:tgtEl>
                                          <p:spTgt spid="85"/>
                                        </p:tgtEl>
                                        <p:attrNameLst>
                                          <p:attrName>style.visibility</p:attrName>
                                        </p:attrNameLst>
                                      </p:cBhvr>
                                      <p:to>
                                        <p:strVal val="visible"/>
                                      </p:to>
                                    </p:set>
                                    <p:animEffect filter="randombar(horizontal)" transition="in">
                                      <p:cBhvr additive="repl">
                                        <p:cTn id="43" dur="500"/>
                                        <p:tgtEl>
                                          <p:spTgt spid="85"/>
                                        </p:tgtEl>
                                      </p:cBhvr>
                                    </p:animEffect>
                                  </p:childTnLst>
                                </p:cTn>
                              </p:par>
                            </p:childTnLst>
                          </p:cTn>
                        </p:par>
                        <p:par>
                          <p:cTn id="44" fill="hold">
                            <p:stCondLst>
                              <p:cond delay="500"/>
                            </p:stCondLst>
                            <p:childTnLst>
                              <p:par>
                                <p:cTn id="45" nodeType="afterEffect" fill="hold" presetClass="entr" presetID="2" presetSubtype="4">
                                  <p:stCondLst>
                                    <p:cond delay="0"/>
                                  </p:stCondLst>
                                  <p:childTnLst>
                                    <p:set>
                                      <p:cBhvr>
                                        <p:cTn id="46" dur="1" fill="hold">
                                          <p:stCondLst>
                                            <p:cond delay="0"/>
                                          </p:stCondLst>
                                        </p:cTn>
                                        <p:tgtEl>
                                          <p:spTgt spid="86">
                                            <p:txEl>
                                              <p:pRg st="0" end="131"/>
                                            </p:txEl>
                                          </p:spTgt>
                                        </p:tgtEl>
                                        <p:attrNameLst>
                                          <p:attrName>style.visibility</p:attrName>
                                        </p:attrNameLst>
                                      </p:cBhvr>
                                      <p:to>
                                        <p:strVal val="visible"/>
                                      </p:to>
                                    </p:set>
                                    <p:anim calcmode="lin" valueType="num">
                                      <p:cBhvr additive="repl">
                                        <p:cTn id="47" dur="500" fill="hold"/>
                                        <p:tgtEl>
                                          <p:spTgt spid="86">
                                            <p:txEl>
                                              <p:pRg st="0" end="131"/>
                                            </p:txEl>
                                          </p:spTgt>
                                        </p:tgtEl>
                                        <p:attrNameLst>
                                          <p:attrName>ppt_x</p:attrName>
                                        </p:attrNameLst>
                                      </p:cBhvr>
                                      <p:tavLst>
                                        <p:tav tm="0">
                                          <p:val>
                                            <p:strVal val="#ppt_x"/>
                                          </p:val>
                                        </p:tav>
                                        <p:tav tm="100000">
                                          <p:val>
                                            <p:strVal val="#ppt_x"/>
                                          </p:val>
                                        </p:tav>
                                      </p:tavLst>
                                    </p:anim>
                                    <p:anim calcmode="lin" valueType="num">
                                      <p:cBhvr additive="repl">
                                        <p:cTn id="48" dur="500" fill="hold"/>
                                        <p:tgtEl>
                                          <p:spTgt spid="86">
                                            <p:txEl>
                                              <p:pRg st="0" end="131"/>
                                            </p:txEl>
                                          </p:spTgt>
                                        </p:tgtEl>
                                        <p:attrNameLst>
                                          <p:attrName>ppt_y</p:attrName>
                                        </p:attrNameLst>
                                      </p:cBhvr>
                                      <p:tavLst>
                                        <p:tav tm="0">
                                          <p:val>
                                            <p:strVal val="1+#ppt_h/2"/>
                                          </p:val>
                                        </p:tav>
                                        <p:tav tm="100000">
                                          <p:val>
                                            <p:strVal val="#ppt_y"/>
                                          </p:val>
                                        </p:tav>
                                      </p:tavLst>
                                    </p:anim>
                                  </p:childTnLst>
                                </p:cTn>
                              </p:par>
                            </p:childTnLst>
                          </p:cTn>
                        </p:par>
                        <p:par>
                          <p:cTn id="49" fill="hold">
                            <p:stCondLst>
                              <p:cond delay="1000"/>
                            </p:stCondLst>
                            <p:childTnLst>
                              <p:par>
                                <p:cTn id="50" nodeType="afterEffect" fill="hold" presetClass="entr" presetID="2" presetSubtype="4">
                                  <p:stCondLst>
                                    <p:cond delay="0"/>
                                  </p:stCondLst>
                                  <p:childTnLst>
                                    <p:set>
                                      <p:cBhvr>
                                        <p:cTn id="51" dur="1" fill="hold">
                                          <p:stCondLst>
                                            <p:cond delay="0"/>
                                          </p:stCondLst>
                                        </p:cTn>
                                        <p:tgtEl>
                                          <p:spTgt spid="86">
                                            <p:txEl>
                                              <p:pRg st="131" end="209"/>
                                            </p:txEl>
                                          </p:spTgt>
                                        </p:tgtEl>
                                        <p:attrNameLst>
                                          <p:attrName>style.visibility</p:attrName>
                                        </p:attrNameLst>
                                      </p:cBhvr>
                                      <p:to>
                                        <p:strVal val="visible"/>
                                      </p:to>
                                    </p:set>
                                    <p:anim calcmode="lin" valueType="num">
                                      <p:cBhvr additive="repl">
                                        <p:cTn id="52" dur="500" fill="hold"/>
                                        <p:tgtEl>
                                          <p:spTgt spid="86">
                                            <p:txEl>
                                              <p:pRg st="131" end="209"/>
                                            </p:txEl>
                                          </p:spTgt>
                                        </p:tgtEl>
                                        <p:attrNameLst>
                                          <p:attrName>ppt_x</p:attrName>
                                        </p:attrNameLst>
                                      </p:cBhvr>
                                      <p:tavLst>
                                        <p:tav tm="0">
                                          <p:val>
                                            <p:strVal val="#ppt_x"/>
                                          </p:val>
                                        </p:tav>
                                        <p:tav tm="100000">
                                          <p:val>
                                            <p:strVal val="#ppt_x"/>
                                          </p:val>
                                        </p:tav>
                                      </p:tavLst>
                                    </p:anim>
                                    <p:anim calcmode="lin" valueType="num">
                                      <p:cBhvr additive="repl">
                                        <p:cTn id="53" dur="500" fill="hold"/>
                                        <p:tgtEl>
                                          <p:spTgt spid="86">
                                            <p:txEl>
                                              <p:pRg st="131" end="209"/>
                                            </p:txEl>
                                          </p:spTgt>
                                        </p:tgtEl>
                                        <p:attrNameLst>
                                          <p:attrName>ppt_y</p:attrName>
                                        </p:attrNameLst>
                                      </p:cBhvr>
                                      <p:tavLst>
                                        <p:tav tm="0">
                                          <p:val>
                                            <p:strVal val="1+#ppt_h/2"/>
                                          </p:val>
                                        </p:tav>
                                        <p:tav tm="100000">
                                          <p:val>
                                            <p:strVal val="#ppt_y"/>
                                          </p:val>
                                        </p:tav>
                                      </p:tavLst>
                                    </p:anim>
                                  </p:childTnLst>
                                </p:cTn>
                              </p:par>
                            </p:childTnLst>
                          </p:cTn>
                        </p:par>
                        <p:par>
                          <p:cTn id="54" fill="hold">
                            <p:stCondLst>
                              <p:cond delay="1500"/>
                            </p:stCondLst>
                            <p:childTnLst>
                              <p:par>
                                <p:cTn id="55" nodeType="afterEffect" fill="hold" presetClass="entr" presetID="2" presetSubtype="4">
                                  <p:stCondLst>
                                    <p:cond delay="0"/>
                                  </p:stCondLst>
                                  <p:childTnLst>
                                    <p:set>
                                      <p:cBhvr>
                                        <p:cTn id="56" dur="1" fill="hold">
                                          <p:stCondLst>
                                            <p:cond delay="0"/>
                                          </p:stCondLst>
                                        </p:cTn>
                                        <p:tgtEl>
                                          <p:spTgt spid="86">
                                            <p:txEl>
                                              <p:pRg st="209" end="306"/>
                                            </p:txEl>
                                          </p:spTgt>
                                        </p:tgtEl>
                                        <p:attrNameLst>
                                          <p:attrName>style.visibility</p:attrName>
                                        </p:attrNameLst>
                                      </p:cBhvr>
                                      <p:to>
                                        <p:strVal val="visible"/>
                                      </p:to>
                                    </p:set>
                                    <p:anim calcmode="lin" valueType="num">
                                      <p:cBhvr additive="repl">
                                        <p:cTn id="57" dur="500" fill="hold"/>
                                        <p:tgtEl>
                                          <p:spTgt spid="86">
                                            <p:txEl>
                                              <p:pRg st="209" end="306"/>
                                            </p:txEl>
                                          </p:spTgt>
                                        </p:tgtEl>
                                        <p:attrNameLst>
                                          <p:attrName>ppt_x</p:attrName>
                                        </p:attrNameLst>
                                      </p:cBhvr>
                                      <p:tavLst>
                                        <p:tav tm="0">
                                          <p:val>
                                            <p:strVal val="#ppt_x"/>
                                          </p:val>
                                        </p:tav>
                                        <p:tav tm="100000">
                                          <p:val>
                                            <p:strVal val="#ppt_x"/>
                                          </p:val>
                                        </p:tav>
                                      </p:tavLst>
                                    </p:anim>
                                    <p:anim calcmode="lin" valueType="num">
                                      <p:cBhvr additive="repl">
                                        <p:cTn id="58" dur="500" fill="hold"/>
                                        <p:tgtEl>
                                          <p:spTgt spid="86">
                                            <p:txEl>
                                              <p:pRg st="209" end="306"/>
                                            </p:txEl>
                                          </p:spTgt>
                                        </p:tgtEl>
                                        <p:attrNameLst>
                                          <p:attrName>ppt_y</p:attrName>
                                        </p:attrNameLst>
                                      </p:cBhvr>
                                      <p:tavLst>
                                        <p:tav tm="0">
                                          <p:val>
                                            <p:strVal val="1+#ppt_h/2"/>
                                          </p:val>
                                        </p:tav>
                                        <p:tav tm="100000">
                                          <p:val>
                                            <p:strVal val="#ppt_y"/>
                                          </p:val>
                                        </p:tav>
                                      </p:tavLst>
                                    </p:anim>
                                  </p:childTnLst>
                                </p:cTn>
                              </p:par>
                            </p:childTnLst>
                          </p:cTn>
                        </p:par>
                        <p:par>
                          <p:cTn id="59" fill="hold">
                            <p:stCondLst>
                              <p:cond delay="2000"/>
                            </p:stCondLst>
                            <p:childTnLst>
                              <p:par>
                                <p:cTn id="60" nodeType="afterEffect" fill="hold" presetClass="entr" presetID="2" presetSubtype="4">
                                  <p:stCondLst>
                                    <p:cond delay="0"/>
                                  </p:stCondLst>
                                  <p:childTnLst>
                                    <p:set>
                                      <p:cBhvr>
                                        <p:cTn id="61" dur="1" fill="hold">
                                          <p:stCondLst>
                                            <p:cond delay="0"/>
                                          </p:stCondLst>
                                        </p:cTn>
                                        <p:tgtEl>
                                          <p:spTgt spid="86">
                                            <p:txEl>
                                              <p:pRg st="306" end="466"/>
                                            </p:txEl>
                                          </p:spTgt>
                                        </p:tgtEl>
                                        <p:attrNameLst>
                                          <p:attrName>style.visibility</p:attrName>
                                        </p:attrNameLst>
                                      </p:cBhvr>
                                      <p:to>
                                        <p:strVal val="visible"/>
                                      </p:to>
                                    </p:set>
                                    <p:anim calcmode="lin" valueType="num">
                                      <p:cBhvr additive="repl">
                                        <p:cTn id="62" dur="500" fill="hold"/>
                                        <p:tgtEl>
                                          <p:spTgt spid="86">
                                            <p:txEl>
                                              <p:pRg st="306" end="466"/>
                                            </p:txEl>
                                          </p:spTgt>
                                        </p:tgtEl>
                                        <p:attrNameLst>
                                          <p:attrName>ppt_x</p:attrName>
                                        </p:attrNameLst>
                                      </p:cBhvr>
                                      <p:tavLst>
                                        <p:tav tm="0">
                                          <p:val>
                                            <p:strVal val="#ppt_x"/>
                                          </p:val>
                                        </p:tav>
                                        <p:tav tm="100000">
                                          <p:val>
                                            <p:strVal val="#ppt_x"/>
                                          </p:val>
                                        </p:tav>
                                      </p:tavLst>
                                    </p:anim>
                                    <p:anim calcmode="lin" valueType="num">
                                      <p:cBhvr additive="repl">
                                        <p:cTn id="63" dur="500" fill="hold"/>
                                        <p:tgtEl>
                                          <p:spTgt spid="86">
                                            <p:txEl>
                                              <p:pRg st="306" end="466"/>
                                            </p:txEl>
                                          </p:spTgt>
                                        </p:tgtEl>
                                        <p:attrNameLst>
                                          <p:attrName>ppt_y</p:attrName>
                                        </p:attrNameLst>
                                      </p:cBhvr>
                                      <p:tavLst>
                                        <p:tav tm="0">
                                          <p:val>
                                            <p:strVal val="1+#ppt_h/2"/>
                                          </p:val>
                                        </p:tav>
                                        <p:tav tm="100000">
                                          <p:val>
                                            <p:strVal val="#ppt_y"/>
                                          </p:val>
                                        </p:tav>
                                      </p:tavLst>
                                    </p:anim>
                                  </p:childTnLst>
                                </p:cTn>
                              </p:par>
                              <p:par>
                                <p:cTn id="64" nodeType="withEffect" fill="hold" presetClass="entr" presetID="6" presetSubtype="16">
                                  <p:stCondLst>
                                    <p:cond delay="0"/>
                                  </p:stCondLst>
                                  <p:childTnLst>
                                    <p:set>
                                      <p:cBhvr>
                                        <p:cTn id="65" dur="1" fill="hold">
                                          <p:stCondLst>
                                            <p:cond delay="0"/>
                                          </p:stCondLst>
                                        </p:cTn>
                                        <p:tgtEl>
                                          <p:spTgt spid="88"/>
                                        </p:tgtEl>
                                        <p:attrNameLst>
                                          <p:attrName>style.visibility</p:attrName>
                                        </p:attrNameLst>
                                      </p:cBhvr>
                                      <p:to>
                                        <p:strVal val="visible"/>
                                      </p:to>
                                    </p:set>
                                    <p:animEffect filter="circle(in)" transition="out">
                                      <p:cBhvr additive="repl">
                                        <p:cTn id="66" dur="2000"/>
                                        <p:tgtEl>
                                          <p:spTgt spid="88"/>
                                        </p:tgtEl>
                                      </p:cBhvr>
                                    </p:animEffect>
                                  </p:childTnLst>
                                </p:cTn>
                              </p:par>
                              <p:par>
                                <p:cTn id="67" nodeType="withEffect" fill="hold" presetClass="entr" presetID="6" presetSubtype="16">
                                  <p:stCondLst>
                                    <p:cond delay="0"/>
                                  </p:stCondLst>
                                  <p:childTnLst>
                                    <p:set>
                                      <p:cBhvr>
                                        <p:cTn id="68" dur="1" fill="hold">
                                          <p:stCondLst>
                                            <p:cond delay="0"/>
                                          </p:stCondLst>
                                        </p:cTn>
                                        <p:tgtEl>
                                          <p:spTgt spid="87"/>
                                        </p:tgtEl>
                                        <p:attrNameLst>
                                          <p:attrName>style.visibility</p:attrName>
                                        </p:attrNameLst>
                                      </p:cBhvr>
                                      <p:to>
                                        <p:strVal val="visible"/>
                                      </p:to>
                                    </p:set>
                                    <p:animEffect filter="circle(in)" transition="out">
                                      <p:cBhvr additive="repl">
                                        <p:cTn id="69" dur="2000"/>
                                        <p:tgtEl>
                                          <p:spTgt spid="87"/>
                                        </p:tgtEl>
                                      </p:cBhvr>
                                    </p:animEffect>
                                  </p:childTnLst>
                                </p:cTn>
                              </p:par>
                              <p:par>
                                <p:cTn id="70" nodeType="withEffect" fill="hold" presetClass="entr" presetID="6" presetSubtype="16">
                                  <p:stCondLst>
                                    <p:cond delay="0"/>
                                  </p:stCondLst>
                                  <p:childTnLst>
                                    <p:set>
                                      <p:cBhvr>
                                        <p:cTn id="71" dur="1" fill="hold">
                                          <p:stCondLst>
                                            <p:cond delay="0"/>
                                          </p:stCondLst>
                                        </p:cTn>
                                        <p:tgtEl>
                                          <p:spTgt spid="91"/>
                                        </p:tgtEl>
                                        <p:attrNameLst>
                                          <p:attrName>style.visibility</p:attrName>
                                        </p:attrNameLst>
                                      </p:cBhvr>
                                      <p:to>
                                        <p:strVal val="visible"/>
                                      </p:to>
                                    </p:set>
                                    <p:animEffect filter="circle(in)" transition="out">
                                      <p:cBhvr additive="repl">
                                        <p:cTn id="72" dur="2000"/>
                                        <p:tgtEl>
                                          <p:spTgt spid="91"/>
                                        </p:tgtEl>
                                      </p:cBhvr>
                                    </p:animEffect>
                                  </p:childTnLst>
                                </p:cTn>
                              </p:par>
                              <p:par>
                                <p:cTn id="73" nodeType="withEffect" fill="hold" presetClass="entr" presetID="6" presetSubtype="16">
                                  <p:stCondLst>
                                    <p:cond delay="0"/>
                                  </p:stCondLst>
                                  <p:childTnLst>
                                    <p:set>
                                      <p:cBhvr>
                                        <p:cTn id="74" dur="1" fill="hold">
                                          <p:stCondLst>
                                            <p:cond delay="0"/>
                                          </p:stCondLst>
                                        </p:cTn>
                                        <p:tgtEl>
                                          <p:spTgt spid="90"/>
                                        </p:tgtEl>
                                        <p:attrNameLst>
                                          <p:attrName>style.visibility</p:attrName>
                                        </p:attrNameLst>
                                      </p:cBhvr>
                                      <p:to>
                                        <p:strVal val="visible"/>
                                      </p:to>
                                    </p:set>
                                    <p:animEffect filter="circle(in)" transition="out">
                                      <p:cBhvr additive="repl">
                                        <p:cTn id="75" dur="2000"/>
                                        <p:tgtEl>
                                          <p:spTgt spid="90"/>
                                        </p:tgtEl>
                                      </p:cBhvr>
                                    </p:animEffect>
                                  </p:childTnLst>
                                </p:cTn>
                              </p:par>
                              <p:par>
                                <p:cTn id="76" nodeType="withEffect" fill="hold" presetClass="entr" presetID="6" presetSubtype="16">
                                  <p:stCondLst>
                                    <p:cond delay="0"/>
                                  </p:stCondLst>
                                  <p:childTnLst>
                                    <p:set>
                                      <p:cBhvr>
                                        <p:cTn id="77" dur="1" fill="hold">
                                          <p:stCondLst>
                                            <p:cond delay="0"/>
                                          </p:stCondLst>
                                        </p:cTn>
                                        <p:tgtEl>
                                          <p:spTgt spid="92"/>
                                        </p:tgtEl>
                                        <p:attrNameLst>
                                          <p:attrName>style.visibility</p:attrName>
                                        </p:attrNameLst>
                                      </p:cBhvr>
                                      <p:to>
                                        <p:strVal val="visible"/>
                                      </p:to>
                                    </p:set>
                                    <p:animEffect filter="circle(in)" transition="out">
                                      <p:cBhvr additive="repl">
                                        <p:cTn id="78" dur="2000"/>
                                        <p:tgtEl>
                                          <p:spTgt spid="92"/>
                                        </p:tgtEl>
                                      </p:cBhvr>
                                    </p:animEffect>
                                  </p:childTnLst>
                                </p:cTn>
                              </p:par>
                              <p:par>
                                <p:cTn id="79" nodeType="withEffect" fill="hold" presetClass="entr" presetID="6" presetSubtype="16">
                                  <p:stCondLst>
                                    <p:cond delay="0"/>
                                  </p:stCondLst>
                                  <p:childTnLst>
                                    <p:set>
                                      <p:cBhvr>
                                        <p:cTn id="80" dur="1" fill="hold">
                                          <p:stCondLst>
                                            <p:cond delay="0"/>
                                          </p:stCondLst>
                                        </p:cTn>
                                        <p:tgtEl>
                                          <p:spTgt spid="93"/>
                                        </p:tgtEl>
                                        <p:attrNameLst>
                                          <p:attrName>style.visibility</p:attrName>
                                        </p:attrNameLst>
                                      </p:cBhvr>
                                      <p:to>
                                        <p:strVal val="visible"/>
                                      </p:to>
                                    </p:set>
                                    <p:animEffect filter="circle(in)" transition="out">
                                      <p:cBhvr additive="repl">
                                        <p:cTn id="81" dur="2000"/>
                                        <p:tgtEl>
                                          <p:spTgt spid="93"/>
                                        </p:tgtEl>
                                      </p:cBhvr>
                                    </p:animEffect>
                                  </p:childTnLst>
                                </p:cTn>
                              </p:par>
                              <p:par>
                                <p:cTn id="82" nodeType="withEffect" fill="hold" presetClass="entr" presetID="6" presetSubtype="16">
                                  <p:stCondLst>
                                    <p:cond delay="0"/>
                                  </p:stCondLst>
                                  <p:childTnLst>
                                    <p:set>
                                      <p:cBhvr>
                                        <p:cTn id="83" dur="1" fill="hold">
                                          <p:stCondLst>
                                            <p:cond delay="0"/>
                                          </p:stCondLst>
                                        </p:cTn>
                                        <p:tgtEl>
                                          <p:spTgt spid="89"/>
                                        </p:tgtEl>
                                        <p:attrNameLst>
                                          <p:attrName>style.visibility</p:attrName>
                                        </p:attrNameLst>
                                      </p:cBhvr>
                                      <p:to>
                                        <p:strVal val="visible"/>
                                      </p:to>
                                    </p:set>
                                    <p:animEffect filter="circle(in)" transition="out">
                                      <p:cBhvr additive="repl">
                                        <p:cTn id="84" dur="2000"/>
                                        <p:tgtEl>
                                          <p:spTgt spid="89"/>
                                        </p:tgtEl>
                                      </p:cBhvr>
                                    </p:animEffect>
                                  </p:childTnLst>
                                </p:cTn>
                              </p:par>
                            </p:childTnLst>
                          </p:cTn>
                        </p:par>
                      </p:childTnLst>
                    </p:cTn>
                  </p:par>
                  <p:par>
                    <p:cTn id="85" fill="hold">
                      <p:stCondLst>
                        <p:cond delay="indefinite"/>
                      </p:stCondLst>
                      <p:childTnLst>
                        <p:par>
                          <p:cTn id="86" fill="hold">
                            <p:stCondLst>
                              <p:cond delay="0"/>
                            </p:stCondLst>
                            <p:childTnLst>
                              <p:par>
                                <p:cTn id="87" nodeType="clickEffect" fill="hold" presetClass="exit" presetID="2" presetSubtype="4">
                                  <p:stCondLst>
                                    <p:cond delay="0"/>
                                  </p:stCondLst>
                                  <p:childTnLst>
                                    <p:anim calcmode="lin" valueType="num">
                                      <p:cBhvr additive="repl">
                                        <p:cTn id="88" dur="500"/>
                                        <p:tgtEl>
                                          <p:spTgt spid="86">
                                            <p:txEl>
                                              <p:pRg st="0" end="131"/>
                                            </p:txEl>
                                          </p:spTgt>
                                        </p:tgtEl>
                                        <p:attrNameLst>
                                          <p:attrName>ppt_x</p:attrName>
                                        </p:attrNameLst>
                                      </p:cBhvr>
                                      <p:tavLst>
                                        <p:tav tm="0">
                                          <p:val>
                                            <p:strVal val="#ppt_x"/>
                                          </p:val>
                                        </p:tav>
                                        <p:tav tm="100000">
                                          <p:val>
                                            <p:strVal val="#ppt_x"/>
                                          </p:val>
                                        </p:tav>
                                      </p:tavLst>
                                    </p:anim>
                                    <p:anim calcmode="lin" valueType="num">
                                      <p:cBhvr additive="repl">
                                        <p:cTn id="89" dur="500"/>
                                        <p:tgtEl>
                                          <p:spTgt spid="86">
                                            <p:txEl>
                                              <p:pRg st="0" end="131"/>
                                            </p:txEl>
                                          </p:spTgt>
                                        </p:tgtEl>
                                        <p:attrNameLst>
                                          <p:attrName>ppt_y</p:attrName>
                                        </p:attrNameLst>
                                      </p:cBhvr>
                                      <p:tavLst>
                                        <p:tav tm="0">
                                          <p:val>
                                            <p:strVal val="#ppt_y"/>
                                          </p:val>
                                        </p:tav>
                                        <p:tav tm="100000">
                                          <p:val>
                                            <p:strVal val="1+#ppt_h/2"/>
                                          </p:val>
                                        </p:tav>
                                      </p:tavLst>
                                    </p:anim>
                                    <p:set>
                                      <p:cBhvr>
                                        <p:cTn id="90" dur="1" fill="hold">
                                          <p:stCondLst>
                                            <p:cond delay="499"/>
                                          </p:stCondLst>
                                        </p:cTn>
                                        <p:tgtEl>
                                          <p:spTgt spid="86">
                                            <p:txEl>
                                              <p:pRg st="0" end="131"/>
                                            </p:txEl>
                                          </p:spTgt>
                                        </p:tgtEl>
                                        <p:attrNameLst>
                                          <p:attrName>style.visibility</p:attrName>
                                        </p:attrNameLst>
                                      </p:cBhvr>
                                      <p:to>
                                        <p:strVal val="hidden"/>
                                      </p:to>
                                    </p:set>
                                  </p:childTnLst>
                                </p:cTn>
                              </p:par>
                            </p:childTnLst>
                          </p:cTn>
                        </p:par>
                        <p:par>
                          <p:cTn id="91" fill="hold">
                            <p:stCondLst>
                              <p:cond delay="500"/>
                            </p:stCondLst>
                            <p:childTnLst>
                              <p:par>
                                <p:cTn id="92" nodeType="afterEffect" fill="hold" presetClass="exit" presetID="2" presetSubtype="4">
                                  <p:stCondLst>
                                    <p:cond delay="0"/>
                                  </p:stCondLst>
                                  <p:childTnLst>
                                    <p:anim calcmode="lin" valueType="num">
                                      <p:cBhvr additive="repl">
                                        <p:cTn id="93" dur="500"/>
                                        <p:tgtEl>
                                          <p:spTgt spid="86">
                                            <p:txEl>
                                              <p:pRg st="131" end="209"/>
                                            </p:txEl>
                                          </p:spTgt>
                                        </p:tgtEl>
                                        <p:attrNameLst>
                                          <p:attrName>ppt_x</p:attrName>
                                        </p:attrNameLst>
                                      </p:cBhvr>
                                      <p:tavLst>
                                        <p:tav tm="0">
                                          <p:val>
                                            <p:strVal val="#ppt_x"/>
                                          </p:val>
                                        </p:tav>
                                        <p:tav tm="100000">
                                          <p:val>
                                            <p:strVal val="#ppt_x"/>
                                          </p:val>
                                        </p:tav>
                                      </p:tavLst>
                                    </p:anim>
                                    <p:anim calcmode="lin" valueType="num">
                                      <p:cBhvr additive="repl">
                                        <p:cTn id="94" dur="500"/>
                                        <p:tgtEl>
                                          <p:spTgt spid="86">
                                            <p:txEl>
                                              <p:pRg st="131" end="209"/>
                                            </p:txEl>
                                          </p:spTgt>
                                        </p:tgtEl>
                                        <p:attrNameLst>
                                          <p:attrName>ppt_y</p:attrName>
                                        </p:attrNameLst>
                                      </p:cBhvr>
                                      <p:tavLst>
                                        <p:tav tm="0">
                                          <p:val>
                                            <p:strVal val="#ppt_y"/>
                                          </p:val>
                                        </p:tav>
                                        <p:tav tm="100000">
                                          <p:val>
                                            <p:strVal val="1+#ppt_h/2"/>
                                          </p:val>
                                        </p:tav>
                                      </p:tavLst>
                                    </p:anim>
                                    <p:set>
                                      <p:cBhvr>
                                        <p:cTn id="95" dur="1" fill="hold">
                                          <p:stCondLst>
                                            <p:cond delay="499"/>
                                          </p:stCondLst>
                                        </p:cTn>
                                        <p:tgtEl>
                                          <p:spTgt spid="86">
                                            <p:txEl>
                                              <p:pRg st="131" end="209"/>
                                            </p:txEl>
                                          </p:spTgt>
                                        </p:tgtEl>
                                        <p:attrNameLst>
                                          <p:attrName>style.visibility</p:attrName>
                                        </p:attrNameLst>
                                      </p:cBhvr>
                                      <p:to>
                                        <p:strVal val="hidden"/>
                                      </p:to>
                                    </p:set>
                                  </p:childTnLst>
                                </p:cTn>
                              </p:par>
                            </p:childTnLst>
                          </p:cTn>
                        </p:par>
                        <p:par>
                          <p:cTn id="96" fill="hold">
                            <p:stCondLst>
                              <p:cond delay="1000"/>
                            </p:stCondLst>
                            <p:childTnLst>
                              <p:par>
                                <p:cTn id="97" nodeType="afterEffect" fill="hold" presetClass="exit" presetID="2" presetSubtype="4">
                                  <p:stCondLst>
                                    <p:cond delay="0"/>
                                  </p:stCondLst>
                                  <p:childTnLst>
                                    <p:anim calcmode="lin" valueType="num">
                                      <p:cBhvr additive="repl">
                                        <p:cTn id="98" dur="500"/>
                                        <p:tgtEl>
                                          <p:spTgt spid="86">
                                            <p:txEl>
                                              <p:pRg st="209" end="306"/>
                                            </p:txEl>
                                          </p:spTgt>
                                        </p:tgtEl>
                                        <p:attrNameLst>
                                          <p:attrName>ppt_x</p:attrName>
                                        </p:attrNameLst>
                                      </p:cBhvr>
                                      <p:tavLst>
                                        <p:tav tm="0">
                                          <p:val>
                                            <p:strVal val="#ppt_x"/>
                                          </p:val>
                                        </p:tav>
                                        <p:tav tm="100000">
                                          <p:val>
                                            <p:strVal val="#ppt_x"/>
                                          </p:val>
                                        </p:tav>
                                      </p:tavLst>
                                    </p:anim>
                                    <p:anim calcmode="lin" valueType="num">
                                      <p:cBhvr additive="repl">
                                        <p:cTn id="99" dur="500"/>
                                        <p:tgtEl>
                                          <p:spTgt spid="86">
                                            <p:txEl>
                                              <p:pRg st="209" end="306"/>
                                            </p:txEl>
                                          </p:spTgt>
                                        </p:tgtEl>
                                        <p:attrNameLst>
                                          <p:attrName>ppt_y</p:attrName>
                                        </p:attrNameLst>
                                      </p:cBhvr>
                                      <p:tavLst>
                                        <p:tav tm="0">
                                          <p:val>
                                            <p:strVal val="#ppt_y"/>
                                          </p:val>
                                        </p:tav>
                                        <p:tav tm="100000">
                                          <p:val>
                                            <p:strVal val="1+#ppt_h/2"/>
                                          </p:val>
                                        </p:tav>
                                      </p:tavLst>
                                    </p:anim>
                                    <p:set>
                                      <p:cBhvr>
                                        <p:cTn id="100" dur="1" fill="hold">
                                          <p:stCondLst>
                                            <p:cond delay="499"/>
                                          </p:stCondLst>
                                        </p:cTn>
                                        <p:tgtEl>
                                          <p:spTgt spid="86">
                                            <p:txEl>
                                              <p:pRg st="209" end="306"/>
                                            </p:txEl>
                                          </p:spTgt>
                                        </p:tgtEl>
                                        <p:attrNameLst>
                                          <p:attrName>style.visibility</p:attrName>
                                        </p:attrNameLst>
                                      </p:cBhvr>
                                      <p:to>
                                        <p:strVal val="hidden"/>
                                      </p:to>
                                    </p:set>
                                  </p:childTnLst>
                                </p:cTn>
                              </p:par>
                            </p:childTnLst>
                          </p:cTn>
                        </p:par>
                        <p:par>
                          <p:cTn id="101" fill="hold">
                            <p:stCondLst>
                              <p:cond delay="1500"/>
                            </p:stCondLst>
                            <p:childTnLst>
                              <p:par>
                                <p:cTn id="102" nodeType="afterEffect" fill="hold" presetClass="exit" presetID="2" presetSubtype="4">
                                  <p:stCondLst>
                                    <p:cond delay="0"/>
                                  </p:stCondLst>
                                  <p:childTnLst>
                                    <p:anim calcmode="lin" valueType="num">
                                      <p:cBhvr additive="repl">
                                        <p:cTn id="103" dur="500"/>
                                        <p:tgtEl>
                                          <p:spTgt spid="86">
                                            <p:txEl>
                                              <p:pRg st="306" end="466"/>
                                            </p:txEl>
                                          </p:spTgt>
                                        </p:tgtEl>
                                        <p:attrNameLst>
                                          <p:attrName>ppt_x</p:attrName>
                                        </p:attrNameLst>
                                      </p:cBhvr>
                                      <p:tavLst>
                                        <p:tav tm="0">
                                          <p:val>
                                            <p:strVal val="#ppt_x"/>
                                          </p:val>
                                        </p:tav>
                                        <p:tav tm="100000">
                                          <p:val>
                                            <p:strVal val="#ppt_x"/>
                                          </p:val>
                                        </p:tav>
                                      </p:tavLst>
                                    </p:anim>
                                    <p:anim calcmode="lin" valueType="num">
                                      <p:cBhvr additive="repl">
                                        <p:cTn id="104" dur="500"/>
                                        <p:tgtEl>
                                          <p:spTgt spid="86">
                                            <p:txEl>
                                              <p:pRg st="306" end="466"/>
                                            </p:txEl>
                                          </p:spTgt>
                                        </p:tgtEl>
                                        <p:attrNameLst>
                                          <p:attrName>ppt_y</p:attrName>
                                        </p:attrNameLst>
                                      </p:cBhvr>
                                      <p:tavLst>
                                        <p:tav tm="0">
                                          <p:val>
                                            <p:strVal val="#ppt_y"/>
                                          </p:val>
                                        </p:tav>
                                        <p:tav tm="100000">
                                          <p:val>
                                            <p:strVal val="1+#ppt_h/2"/>
                                          </p:val>
                                        </p:tav>
                                      </p:tavLst>
                                    </p:anim>
                                    <p:set>
                                      <p:cBhvr>
                                        <p:cTn id="105" dur="1" fill="hold">
                                          <p:stCondLst>
                                            <p:cond delay="499"/>
                                          </p:stCondLst>
                                        </p:cTn>
                                        <p:tgtEl>
                                          <p:spTgt spid="86">
                                            <p:txEl>
                                              <p:pRg st="306" end="466"/>
                                            </p:txEl>
                                          </p:spTgt>
                                        </p:tgtEl>
                                        <p:attrNameLst>
                                          <p:attrName>style.visibility</p:attrName>
                                        </p:attrNameLst>
                                      </p:cBhvr>
                                      <p:to>
                                        <p:strVal val="hidden"/>
                                      </p:to>
                                    </p:set>
                                  </p:childTnLst>
                                </p:cTn>
                              </p:par>
                              <p:par>
                                <p:cTn id="106" nodeType="withEffect" fill="hold" presetClass="exit" presetID="22" presetSubtype="4">
                                  <p:stCondLst>
                                    <p:cond delay="0"/>
                                  </p:stCondLst>
                                  <p:childTnLst>
                                    <p:animEffect filter="wipe(down)" transition="out">
                                      <p:cBhvr additive="repl">
                                        <p:cTn id="107" dur="500"/>
                                        <p:tgtEl>
                                          <p:spTgt spid="88"/>
                                        </p:tgtEl>
                                      </p:cBhvr>
                                    </p:animEffect>
                                    <p:set>
                                      <p:cBhvr>
                                        <p:cTn id="108" dur="1" fill="hold">
                                          <p:stCondLst>
                                            <p:cond delay="499"/>
                                          </p:stCondLst>
                                        </p:cTn>
                                        <p:tgtEl>
                                          <p:spTgt spid="88"/>
                                        </p:tgtEl>
                                        <p:attrNameLst>
                                          <p:attrName>style.visibility</p:attrName>
                                        </p:attrNameLst>
                                      </p:cBhvr>
                                      <p:to>
                                        <p:strVal val="hidden"/>
                                      </p:to>
                                    </p:set>
                                  </p:childTnLst>
                                </p:cTn>
                              </p:par>
                              <p:par>
                                <p:cTn id="109" nodeType="withEffect" fill="hold" presetClass="exit" presetID="22" presetSubtype="4">
                                  <p:stCondLst>
                                    <p:cond delay="0"/>
                                  </p:stCondLst>
                                  <p:childTnLst>
                                    <p:animEffect filter="wipe(down)" transition="out">
                                      <p:cBhvr additive="repl">
                                        <p:cTn id="110" dur="500"/>
                                        <p:tgtEl>
                                          <p:spTgt spid="87"/>
                                        </p:tgtEl>
                                      </p:cBhvr>
                                    </p:animEffect>
                                    <p:set>
                                      <p:cBhvr>
                                        <p:cTn id="111" dur="1" fill="hold">
                                          <p:stCondLst>
                                            <p:cond delay="499"/>
                                          </p:stCondLst>
                                        </p:cTn>
                                        <p:tgtEl>
                                          <p:spTgt spid="87"/>
                                        </p:tgtEl>
                                        <p:attrNameLst>
                                          <p:attrName>style.visibility</p:attrName>
                                        </p:attrNameLst>
                                      </p:cBhvr>
                                      <p:to>
                                        <p:strVal val="hidden"/>
                                      </p:to>
                                    </p:set>
                                  </p:childTnLst>
                                </p:cTn>
                              </p:par>
                              <p:par>
                                <p:cTn id="112" nodeType="withEffect" fill="hold" presetClass="exit" presetID="22" presetSubtype="4">
                                  <p:stCondLst>
                                    <p:cond delay="0"/>
                                  </p:stCondLst>
                                  <p:childTnLst>
                                    <p:animEffect filter="wipe(down)" transition="out">
                                      <p:cBhvr additive="repl">
                                        <p:cTn id="113" dur="500"/>
                                        <p:tgtEl>
                                          <p:spTgt spid="91"/>
                                        </p:tgtEl>
                                      </p:cBhvr>
                                    </p:animEffect>
                                    <p:set>
                                      <p:cBhvr>
                                        <p:cTn id="114" dur="1" fill="hold">
                                          <p:stCondLst>
                                            <p:cond delay="499"/>
                                          </p:stCondLst>
                                        </p:cTn>
                                        <p:tgtEl>
                                          <p:spTgt spid="91"/>
                                        </p:tgtEl>
                                        <p:attrNameLst>
                                          <p:attrName>style.visibility</p:attrName>
                                        </p:attrNameLst>
                                      </p:cBhvr>
                                      <p:to>
                                        <p:strVal val="hidden"/>
                                      </p:to>
                                    </p:set>
                                  </p:childTnLst>
                                </p:cTn>
                              </p:par>
                              <p:par>
                                <p:cTn id="115" nodeType="withEffect" fill="hold" presetClass="exit" presetID="22" presetSubtype="4">
                                  <p:stCondLst>
                                    <p:cond delay="0"/>
                                  </p:stCondLst>
                                  <p:childTnLst>
                                    <p:animEffect filter="wipe(down)" transition="out">
                                      <p:cBhvr additive="repl">
                                        <p:cTn id="116" dur="500"/>
                                        <p:tgtEl>
                                          <p:spTgt spid="90"/>
                                        </p:tgtEl>
                                      </p:cBhvr>
                                    </p:animEffect>
                                    <p:set>
                                      <p:cBhvr>
                                        <p:cTn id="117" dur="1" fill="hold">
                                          <p:stCondLst>
                                            <p:cond delay="499"/>
                                          </p:stCondLst>
                                        </p:cTn>
                                        <p:tgtEl>
                                          <p:spTgt spid="90"/>
                                        </p:tgtEl>
                                        <p:attrNameLst>
                                          <p:attrName>style.visibility</p:attrName>
                                        </p:attrNameLst>
                                      </p:cBhvr>
                                      <p:to>
                                        <p:strVal val="hidden"/>
                                      </p:to>
                                    </p:set>
                                  </p:childTnLst>
                                </p:cTn>
                              </p:par>
                              <p:par>
                                <p:cTn id="118" nodeType="withEffect" fill="hold" presetClass="exit" presetID="22" presetSubtype="4">
                                  <p:stCondLst>
                                    <p:cond delay="0"/>
                                  </p:stCondLst>
                                  <p:childTnLst>
                                    <p:animEffect filter="wipe(down)" transition="out">
                                      <p:cBhvr additive="repl">
                                        <p:cTn id="119" dur="500"/>
                                        <p:tgtEl>
                                          <p:spTgt spid="92"/>
                                        </p:tgtEl>
                                      </p:cBhvr>
                                    </p:animEffect>
                                    <p:set>
                                      <p:cBhvr>
                                        <p:cTn id="120" dur="1" fill="hold">
                                          <p:stCondLst>
                                            <p:cond delay="499"/>
                                          </p:stCondLst>
                                        </p:cTn>
                                        <p:tgtEl>
                                          <p:spTgt spid="92"/>
                                        </p:tgtEl>
                                        <p:attrNameLst>
                                          <p:attrName>style.visibility</p:attrName>
                                        </p:attrNameLst>
                                      </p:cBhvr>
                                      <p:to>
                                        <p:strVal val="hidden"/>
                                      </p:to>
                                    </p:set>
                                  </p:childTnLst>
                                </p:cTn>
                              </p:par>
                              <p:par>
                                <p:cTn id="121" nodeType="withEffect" fill="hold" presetClass="exit" presetID="22" presetSubtype="4">
                                  <p:stCondLst>
                                    <p:cond delay="0"/>
                                  </p:stCondLst>
                                  <p:childTnLst>
                                    <p:animEffect filter="wipe(down)" transition="out">
                                      <p:cBhvr additive="repl">
                                        <p:cTn id="122" dur="500"/>
                                        <p:tgtEl>
                                          <p:spTgt spid="93"/>
                                        </p:tgtEl>
                                      </p:cBhvr>
                                    </p:animEffect>
                                    <p:set>
                                      <p:cBhvr>
                                        <p:cTn id="123" dur="1" fill="hold">
                                          <p:stCondLst>
                                            <p:cond delay="499"/>
                                          </p:stCondLst>
                                        </p:cTn>
                                        <p:tgtEl>
                                          <p:spTgt spid="93"/>
                                        </p:tgtEl>
                                        <p:attrNameLst>
                                          <p:attrName>style.visibility</p:attrName>
                                        </p:attrNameLst>
                                      </p:cBhvr>
                                      <p:to>
                                        <p:strVal val="hidden"/>
                                      </p:to>
                                    </p:set>
                                  </p:childTnLst>
                                </p:cTn>
                              </p:par>
                              <p:par>
                                <p:cTn id="124" nodeType="withEffect" fill="hold" presetClass="exit" presetID="22" presetSubtype="4">
                                  <p:stCondLst>
                                    <p:cond delay="0"/>
                                  </p:stCondLst>
                                  <p:childTnLst>
                                    <p:animEffect filter="wipe(down)" transition="out">
                                      <p:cBhvr additive="repl">
                                        <p:cTn id="125" dur="500"/>
                                        <p:tgtEl>
                                          <p:spTgt spid="89"/>
                                        </p:tgtEl>
                                      </p:cBhvr>
                                    </p:animEffect>
                                    <p:set>
                                      <p:cBhvr>
                                        <p:cTn id="126" dur="1" fill="hold">
                                          <p:stCondLst>
                                            <p:cond delay="499"/>
                                          </p:stCondLst>
                                        </p:cTn>
                                        <p:tgtEl>
                                          <p:spTgt spid="89"/>
                                        </p:tgtEl>
                                        <p:attrNameLst>
                                          <p:attrName>style.visibility</p:attrName>
                                        </p:attrNameLst>
                                      </p:cBhvr>
                                      <p:to>
                                        <p:strVal val="hidden"/>
                                      </p:to>
                                    </p:set>
                                  </p:childTnLst>
                                </p:cTn>
                              </p:par>
                            </p:childTnLst>
                          </p:cTn>
                        </p:par>
                        <p:par>
                          <p:cTn id="127" fill="hold">
                            <p:stCondLst>
                              <p:cond delay="2000"/>
                            </p:stCondLst>
                            <p:childTnLst>
                              <p:par>
                                <p:cTn id="128" nodeType="afterEffect" fill="hold" presetClass="exit" presetID="6" presetSubtype="32">
                                  <p:stCondLst>
                                    <p:cond delay="0"/>
                                  </p:stCondLst>
                                  <p:childTnLst>
                                    <p:animEffect filter="circle(out)" transition="in">
                                      <p:cBhvr additive="repl">
                                        <p:cTn id="129" dur="2000"/>
                                        <p:tgtEl>
                                          <p:spTgt spid="85"/>
                                        </p:tgtEl>
                                      </p:cBhvr>
                                    </p:animEffect>
                                    <p:set>
                                      <p:cBhvr>
                                        <p:cTn id="130" dur="1" fill="hold">
                                          <p:stCondLst>
                                            <p:cond delay="1999"/>
                                          </p:stCondLst>
                                        </p:cTn>
                                        <p:tgtEl>
                                          <p:spTgt spid="85"/>
                                        </p:tgtEl>
                                        <p:attrNameLst>
                                          <p:attrName>style.visibility</p:attrName>
                                        </p:attrNameLst>
                                      </p:cBhvr>
                                      <p:to>
                                        <p:strVal val="hidden"/>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Content Placeholder 5" descr=""/>
          <p:cNvPicPr/>
          <p:nvPr/>
        </p:nvPicPr>
        <p:blipFill>
          <a:blip r:embed="rId1"/>
          <a:stretch/>
        </p:blipFill>
        <p:spPr>
          <a:xfrm>
            <a:off x="3237480" y="375480"/>
            <a:ext cx="3922920" cy="2284920"/>
          </a:xfrm>
          <a:prstGeom prst="rect">
            <a:avLst/>
          </a:prstGeom>
          <a:ln>
            <a:noFill/>
          </a:ln>
        </p:spPr>
      </p:pic>
      <p:pic>
        <p:nvPicPr>
          <p:cNvPr id="95" name="Picture 4" descr=""/>
          <p:cNvPicPr/>
          <p:nvPr/>
        </p:nvPicPr>
        <p:blipFill>
          <a:blip r:embed="rId2"/>
          <a:stretch/>
        </p:blipFill>
        <p:spPr>
          <a:xfrm>
            <a:off x="3310920" y="3699000"/>
            <a:ext cx="3853800" cy="2309760"/>
          </a:xfrm>
          <a:prstGeom prst="rect">
            <a:avLst/>
          </a:prstGeom>
          <a:ln>
            <a:noFill/>
          </a:ln>
        </p:spPr>
      </p:pic>
      <p:sp>
        <p:nvSpPr>
          <p:cNvPr id="96" name="CustomShape 1"/>
          <p:cNvSpPr/>
          <p:nvPr/>
        </p:nvSpPr>
        <p:spPr>
          <a:xfrm>
            <a:off x="3116520" y="2807640"/>
            <a:ext cx="4210920" cy="638280"/>
          </a:xfrm>
          <a:prstGeom prst="rect">
            <a:avLst/>
          </a:prstGeom>
          <a:noFill/>
          <a:ln>
            <a:noFill/>
          </a:ln>
        </p:spPr>
        <p:style>
          <a:lnRef idx="0"/>
          <a:fillRef idx="0"/>
          <a:effectRef idx="0"/>
          <a:fontRef idx="minor"/>
        </p:style>
        <p:txBody>
          <a:bodyPr lIns="90000" rIns="90000" tIns="45000" bIns="45000"/>
          <a:p>
            <a:pPr algn="ctr">
              <a:lnSpc>
                <a:spcPct val="100000"/>
              </a:lnSpc>
            </a:pPr>
            <a:r>
              <a:rPr b="0" lang="en-US" sz="1800" spc="-1" strike="noStrike">
                <a:solidFill>
                  <a:srgbClr val="ffffff"/>
                </a:solidFill>
                <a:uFill>
                  <a:solidFill>
                    <a:srgbClr val="ffffff"/>
                  </a:solidFill>
                </a:uFill>
                <a:latin typeface="Calibri"/>
              </a:rPr>
              <a:t>Snippet of Ground Truth – Training Dataset</a:t>
            </a:r>
            <a:endParaRPr b="0" lang="en-US" sz="1800" spc="-1" strike="noStrike">
              <a:solidFill>
                <a:srgbClr val="ffffff"/>
              </a:solidFill>
              <a:uFill>
                <a:solidFill>
                  <a:srgbClr val="ffffff"/>
                </a:solidFill>
              </a:uFill>
              <a:latin typeface="Arial"/>
            </a:endParaRPr>
          </a:p>
        </p:txBody>
      </p:sp>
      <p:sp>
        <p:nvSpPr>
          <p:cNvPr id="97" name="CustomShape 2"/>
          <p:cNvSpPr/>
          <p:nvPr/>
        </p:nvSpPr>
        <p:spPr>
          <a:xfrm>
            <a:off x="3348360" y="6076440"/>
            <a:ext cx="3940560" cy="364680"/>
          </a:xfrm>
          <a:prstGeom prst="rect">
            <a:avLst/>
          </a:prstGeom>
          <a:noFill/>
          <a:ln>
            <a:noFill/>
          </a:ln>
        </p:spPr>
        <p:style>
          <a:lnRef idx="0"/>
          <a:fillRef idx="0"/>
          <a:effectRef idx="0"/>
          <a:fontRef idx="minor"/>
        </p:style>
        <p:txBody>
          <a:bodyPr lIns="90000" rIns="90000" tIns="45000" bIns="45000"/>
          <a:p>
            <a:pPr algn="ctr">
              <a:lnSpc>
                <a:spcPct val="100000"/>
              </a:lnSpc>
            </a:pPr>
            <a:r>
              <a:rPr b="0" lang="en-US" sz="1800" spc="-1" strike="noStrike">
                <a:solidFill>
                  <a:srgbClr val="ffffff"/>
                </a:solidFill>
                <a:uFill>
                  <a:solidFill>
                    <a:srgbClr val="ffffff"/>
                  </a:solidFill>
                </a:uFill>
                <a:latin typeface="Calibri"/>
              </a:rPr>
              <a:t>Snippet of Test Dataset Result</a:t>
            </a:r>
            <a:endParaRPr b="0" lang="en-US" sz="1800" spc="-1" strike="noStrike">
              <a:solidFill>
                <a:srgbClr val="ffffff"/>
              </a:solidFill>
              <a:uFill>
                <a:solidFill>
                  <a:srgbClr val="ffffff"/>
                </a:solidFill>
              </a:uFill>
              <a:latin typeface="Arial"/>
            </a:endParaRPr>
          </a:p>
        </p:txBody>
      </p:sp>
    </p:spTree>
  </p:cSld>
  <p:timing>
    <p:tnLst>
      <p:par>
        <p:cTn id="131" dur="indefinite" restart="never" nodeType="tmRoot">
          <p:childTnLst>
            <p:seq>
              <p:cTn id="132" dur="indefinite" nodeType="mainSeq">
                <p:childTnLst>
                  <p:par>
                    <p:cTn id="133" fill="hold">
                      <p:stCondLst>
                        <p:cond delay="0"/>
                      </p:stCondLst>
                      <p:childTnLst>
                        <p:par>
                          <p:cTn id="134" fill="hold">
                            <p:stCondLst>
                              <p:cond delay="0"/>
                            </p:stCondLst>
                            <p:childTnLst>
                              <p:par>
                                <p:cTn id="135" nodeType="afterEffect" fill="hold" presetClass="entr" presetID="2" presetSubtype="4">
                                  <p:stCondLst>
                                    <p:cond delay="0"/>
                                  </p:stCondLst>
                                  <p:childTnLst>
                                    <p:set>
                                      <p:cBhvr>
                                        <p:cTn id="136" dur="1" fill="hold">
                                          <p:stCondLst>
                                            <p:cond delay="0"/>
                                          </p:stCondLst>
                                        </p:cTn>
                                        <p:tgtEl>
                                          <p:spTgt spid="94"/>
                                        </p:tgtEl>
                                        <p:attrNameLst>
                                          <p:attrName>style.visibility</p:attrName>
                                        </p:attrNameLst>
                                      </p:cBhvr>
                                      <p:to>
                                        <p:strVal val="visible"/>
                                      </p:to>
                                    </p:set>
                                    <p:anim calcmode="lin" valueType="num">
                                      <p:cBhvr additive="repl">
                                        <p:cTn id="137" dur="500" fill="hold"/>
                                        <p:tgtEl>
                                          <p:spTgt spid="94"/>
                                        </p:tgtEl>
                                        <p:attrNameLst>
                                          <p:attrName>ppt_x</p:attrName>
                                        </p:attrNameLst>
                                      </p:cBhvr>
                                      <p:tavLst>
                                        <p:tav tm="0">
                                          <p:val>
                                            <p:strVal val="#ppt_x"/>
                                          </p:val>
                                        </p:tav>
                                        <p:tav tm="100000">
                                          <p:val>
                                            <p:strVal val="#ppt_x"/>
                                          </p:val>
                                        </p:tav>
                                      </p:tavLst>
                                    </p:anim>
                                    <p:anim calcmode="lin" valueType="num">
                                      <p:cBhvr additive="repl">
                                        <p:cTn id="138" dur="500" fill="hold"/>
                                        <p:tgtEl>
                                          <p:spTgt spid="94"/>
                                        </p:tgtEl>
                                        <p:attrNameLst>
                                          <p:attrName>ppt_y</p:attrName>
                                        </p:attrNameLst>
                                      </p:cBhvr>
                                      <p:tavLst>
                                        <p:tav tm="0">
                                          <p:val>
                                            <p:strVal val="1+#ppt_h/2"/>
                                          </p:val>
                                        </p:tav>
                                        <p:tav tm="100000">
                                          <p:val>
                                            <p:strVal val="#ppt_y"/>
                                          </p:val>
                                        </p:tav>
                                      </p:tavLst>
                                    </p:anim>
                                  </p:childTnLst>
                                </p:cTn>
                              </p:par>
                              <p:par>
                                <p:cTn id="139" nodeType="withEffect" fill="hold" presetClass="entr" presetID="16" presetSubtype="21">
                                  <p:stCondLst>
                                    <p:cond delay="0"/>
                                  </p:stCondLst>
                                  <p:childTnLst>
                                    <p:set>
                                      <p:cBhvr>
                                        <p:cTn id="140" dur="1" fill="hold">
                                          <p:stCondLst>
                                            <p:cond delay="0"/>
                                          </p:stCondLst>
                                        </p:cTn>
                                        <p:tgtEl>
                                          <p:spTgt spid="96"/>
                                        </p:tgtEl>
                                        <p:attrNameLst>
                                          <p:attrName>style.visibility</p:attrName>
                                        </p:attrNameLst>
                                      </p:cBhvr>
                                      <p:to>
                                        <p:strVal val="visible"/>
                                      </p:to>
                                    </p:set>
                                    <p:animEffect filter="barn(inVertical)" transition="out">
                                      <p:cBhvr additive="repl">
                                        <p:cTn id="141" dur="500"/>
                                        <p:tgtEl>
                                          <p:spTgt spid="96"/>
                                        </p:tgtEl>
                                      </p:cBhvr>
                                    </p:animEffect>
                                  </p:childTnLst>
                                </p:cTn>
                              </p:par>
                            </p:childTnLst>
                          </p:cTn>
                        </p:par>
                        <p:par>
                          <p:cTn id="142" fill="hold">
                            <p:stCondLst>
                              <p:cond delay="500"/>
                            </p:stCondLst>
                            <p:childTnLst>
                              <p:par>
                                <p:cTn id="143" nodeType="afterEffect" fill="hold" presetClass="entr" presetID="2" presetSubtype="4">
                                  <p:stCondLst>
                                    <p:cond delay="0"/>
                                  </p:stCondLst>
                                  <p:childTnLst>
                                    <p:set>
                                      <p:cBhvr>
                                        <p:cTn id="144" dur="1" fill="hold">
                                          <p:stCondLst>
                                            <p:cond delay="0"/>
                                          </p:stCondLst>
                                        </p:cTn>
                                        <p:tgtEl>
                                          <p:spTgt spid="95"/>
                                        </p:tgtEl>
                                        <p:attrNameLst>
                                          <p:attrName>style.visibility</p:attrName>
                                        </p:attrNameLst>
                                      </p:cBhvr>
                                      <p:to>
                                        <p:strVal val="visible"/>
                                      </p:to>
                                    </p:set>
                                    <p:anim calcmode="lin" valueType="num">
                                      <p:cBhvr additive="repl">
                                        <p:cTn id="145" dur="500" fill="hold"/>
                                        <p:tgtEl>
                                          <p:spTgt spid="95"/>
                                        </p:tgtEl>
                                        <p:attrNameLst>
                                          <p:attrName>ppt_x</p:attrName>
                                        </p:attrNameLst>
                                      </p:cBhvr>
                                      <p:tavLst>
                                        <p:tav tm="0">
                                          <p:val>
                                            <p:strVal val="#ppt_x"/>
                                          </p:val>
                                        </p:tav>
                                        <p:tav tm="100000">
                                          <p:val>
                                            <p:strVal val="#ppt_x"/>
                                          </p:val>
                                        </p:tav>
                                      </p:tavLst>
                                    </p:anim>
                                    <p:anim calcmode="lin" valueType="num">
                                      <p:cBhvr additive="repl">
                                        <p:cTn id="146" dur="500" fill="hold"/>
                                        <p:tgtEl>
                                          <p:spTgt spid="95"/>
                                        </p:tgtEl>
                                        <p:attrNameLst>
                                          <p:attrName>ppt_y</p:attrName>
                                        </p:attrNameLst>
                                      </p:cBhvr>
                                      <p:tavLst>
                                        <p:tav tm="0">
                                          <p:val>
                                            <p:strVal val="1+#ppt_h/2"/>
                                          </p:val>
                                        </p:tav>
                                        <p:tav tm="100000">
                                          <p:val>
                                            <p:strVal val="#ppt_y"/>
                                          </p:val>
                                        </p:tav>
                                      </p:tavLst>
                                    </p:anim>
                                  </p:childTnLst>
                                </p:cTn>
                              </p:par>
                              <p:par>
                                <p:cTn id="147" nodeType="withEffect" fill="hold" presetClass="entr" presetID="16" presetSubtype="21">
                                  <p:stCondLst>
                                    <p:cond delay="0"/>
                                  </p:stCondLst>
                                  <p:childTnLst>
                                    <p:set>
                                      <p:cBhvr>
                                        <p:cTn id="148" dur="1" fill="hold">
                                          <p:stCondLst>
                                            <p:cond delay="0"/>
                                          </p:stCondLst>
                                        </p:cTn>
                                        <p:tgtEl>
                                          <p:spTgt spid="97"/>
                                        </p:tgtEl>
                                        <p:attrNameLst>
                                          <p:attrName>style.visibility</p:attrName>
                                        </p:attrNameLst>
                                      </p:cBhvr>
                                      <p:to>
                                        <p:strVal val="visible"/>
                                      </p:to>
                                    </p:set>
                                    <p:animEffect filter="barn(inVertical)" transition="out">
                                      <p:cBhvr additive="repl">
                                        <p:cTn id="149" dur="500"/>
                                        <p:tgtEl>
                                          <p:spTgt spid="97"/>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TextShape 1"/>
          <p:cNvSpPr txBox="1"/>
          <p:nvPr/>
        </p:nvSpPr>
        <p:spPr>
          <a:xfrm>
            <a:off x="685800" y="609480"/>
            <a:ext cx="10131120" cy="1455840"/>
          </a:xfrm>
          <a:prstGeom prst="rect">
            <a:avLst/>
          </a:prstGeom>
          <a:noFill/>
          <a:ln>
            <a:noFill/>
          </a:ln>
        </p:spPr>
        <p:txBody>
          <a:bodyPr anchor="ctr"/>
          <a:p>
            <a:pPr>
              <a:lnSpc>
                <a:spcPct val="100000"/>
              </a:lnSpc>
            </a:pPr>
            <a:r>
              <a:rPr b="0" lang="en-US" sz="3600" spc="-1" strike="noStrike" cap="all">
                <a:solidFill>
                  <a:srgbClr val="ffffff"/>
                </a:solidFill>
                <a:uFill>
                  <a:solidFill>
                    <a:srgbClr val="ffffff"/>
                  </a:solidFill>
                </a:uFill>
                <a:latin typeface="Calibri Light"/>
              </a:rPr>
              <a:t>Procedure</a:t>
            </a:r>
            <a:endParaRPr b="0" lang="en-US" sz="1800" spc="-1" strike="noStrike">
              <a:solidFill>
                <a:srgbClr val="ffffff"/>
              </a:solidFill>
              <a:uFill>
                <a:solidFill>
                  <a:srgbClr val="ffffff"/>
                </a:solidFill>
              </a:uFill>
              <a:latin typeface="Calibri"/>
            </a:endParaRPr>
          </a:p>
        </p:txBody>
      </p:sp>
      <p:sp>
        <p:nvSpPr>
          <p:cNvPr id="99" name="TextShape 2"/>
          <p:cNvSpPr txBox="1"/>
          <p:nvPr/>
        </p:nvSpPr>
        <p:spPr>
          <a:xfrm>
            <a:off x="685800" y="2039040"/>
            <a:ext cx="10131120" cy="3648600"/>
          </a:xfrm>
          <a:prstGeom prst="rect">
            <a:avLst/>
          </a:prstGeom>
          <a:noFill/>
          <a:ln>
            <a:noFill/>
          </a:ln>
        </p:spPr>
        <p:txBody>
          <a:bodyPr anchor="ctr"/>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Sort all the images into seven folders based on their languages</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Input the directory containing these seven folders to the retrain python script</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Image classification model will be trained on these seven labels and weights are saved in a .pb file</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The first phase analyzes all the images on disk and calculates and caches the bottleneck values for each of the images</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Once the bottlenecks are complete, the actual training of the top layer of the network begins</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There are about 4000 training steps and 10 images are chosen in random from the training dataset and the weights of the final layer are tuned based on the these predictions</a:t>
            </a:r>
            <a:endParaRPr b="0" lang="en-US" sz="1800" spc="-1" strike="noStrike">
              <a:solidFill>
                <a:srgbClr val="ffffff"/>
              </a:solidFill>
              <a:uFill>
                <a:solidFill>
                  <a:srgbClr val="ffffff"/>
                </a:solidFill>
              </a:uFill>
              <a:latin typeface="Calibri"/>
            </a:endParaRPr>
          </a:p>
        </p:txBody>
      </p:sp>
    </p:spTree>
  </p:cSld>
  <p:timing>
    <p:tnLst>
      <p:par>
        <p:cTn id="150" dur="indefinite" restart="never" nodeType="tmRoot">
          <p:childTnLst>
            <p:seq>
              <p:cTn id="151" dur="indefinite" nodeType="mainSeq">
                <p:childTnLst>
                  <p:par>
                    <p:cTn id="152" fill="hold">
                      <p:stCondLst>
                        <p:cond delay="0"/>
                      </p:stCondLst>
                      <p:childTnLst>
                        <p:par>
                          <p:cTn id="153" fill="hold">
                            <p:stCondLst>
                              <p:cond delay="0"/>
                            </p:stCondLst>
                            <p:childTnLst>
                              <p:par>
                                <p:cTn id="154" nodeType="afterEffect" fill="hold" presetClass="entr" presetID="22" presetSubtype="4">
                                  <p:stCondLst>
                                    <p:cond delay="0"/>
                                  </p:stCondLst>
                                  <p:childTnLst>
                                    <p:set>
                                      <p:cBhvr>
                                        <p:cTn id="155" dur="1" fill="hold">
                                          <p:stCondLst>
                                            <p:cond delay="0"/>
                                          </p:stCondLst>
                                        </p:cTn>
                                        <p:tgtEl>
                                          <p:spTgt spid="98"/>
                                        </p:tgtEl>
                                        <p:attrNameLst>
                                          <p:attrName>style.visibility</p:attrName>
                                        </p:attrNameLst>
                                      </p:cBhvr>
                                      <p:to>
                                        <p:strVal val="visible"/>
                                      </p:to>
                                    </p:set>
                                    <p:animEffect filter="wipe(down)" transition="out">
                                      <p:cBhvr additive="repl">
                                        <p:cTn id="156" dur="500"/>
                                        <p:tgtEl>
                                          <p:spTgt spid="98"/>
                                        </p:tgtEl>
                                      </p:cBhvr>
                                    </p:animEffect>
                                  </p:childTnLst>
                                </p:cTn>
                              </p:par>
                            </p:childTnLst>
                          </p:cTn>
                        </p:par>
                        <p:par>
                          <p:cTn id="157" fill="hold">
                            <p:stCondLst>
                              <p:cond delay="500"/>
                            </p:stCondLst>
                            <p:childTnLst>
                              <p:par>
                                <p:cTn id="158" nodeType="afterEffect" fill="hold" presetClass="entr" presetID="6" presetSubtype="16">
                                  <p:stCondLst>
                                    <p:cond delay="0"/>
                                  </p:stCondLst>
                                  <p:childTnLst>
                                    <p:set>
                                      <p:cBhvr>
                                        <p:cTn id="159" dur="1" fill="hold">
                                          <p:stCondLst>
                                            <p:cond delay="0"/>
                                          </p:stCondLst>
                                        </p:cTn>
                                        <p:tgtEl>
                                          <p:spTgt spid="99">
                                            <p:txEl>
                                              <p:pRg st="0" end="64"/>
                                            </p:txEl>
                                          </p:spTgt>
                                        </p:tgtEl>
                                        <p:attrNameLst>
                                          <p:attrName>style.visibility</p:attrName>
                                        </p:attrNameLst>
                                      </p:cBhvr>
                                      <p:to>
                                        <p:strVal val="visible"/>
                                      </p:to>
                                    </p:set>
                                    <p:animEffect filter="circle(in)" transition="out">
                                      <p:cBhvr additive="repl">
                                        <p:cTn id="160" dur="500"/>
                                        <p:tgtEl>
                                          <p:spTgt spid="99">
                                            <p:txEl>
                                              <p:pRg st="0" end="64"/>
                                            </p:txEl>
                                          </p:spTgt>
                                        </p:tgtEl>
                                      </p:cBhvr>
                                    </p:animEffect>
                                  </p:childTnLst>
                                </p:cTn>
                              </p:par>
                            </p:childTnLst>
                          </p:cTn>
                        </p:par>
                        <p:par>
                          <p:cTn id="161" fill="hold">
                            <p:stCondLst>
                              <p:cond delay="1000"/>
                            </p:stCondLst>
                            <p:childTnLst>
                              <p:par>
                                <p:cTn id="162" nodeType="afterEffect" fill="hold" presetClass="entr" presetID="6" presetSubtype="16">
                                  <p:stCondLst>
                                    <p:cond delay="0"/>
                                  </p:stCondLst>
                                  <p:childTnLst>
                                    <p:set>
                                      <p:cBhvr>
                                        <p:cTn id="163" dur="1" fill="hold">
                                          <p:stCondLst>
                                            <p:cond delay="0"/>
                                          </p:stCondLst>
                                        </p:cTn>
                                        <p:tgtEl>
                                          <p:spTgt spid="99">
                                            <p:txEl>
                                              <p:pRg st="64" end="144"/>
                                            </p:txEl>
                                          </p:spTgt>
                                        </p:tgtEl>
                                        <p:attrNameLst>
                                          <p:attrName>style.visibility</p:attrName>
                                        </p:attrNameLst>
                                      </p:cBhvr>
                                      <p:to>
                                        <p:strVal val="visible"/>
                                      </p:to>
                                    </p:set>
                                    <p:animEffect filter="circle(in)" transition="out">
                                      <p:cBhvr additive="repl">
                                        <p:cTn id="164" dur="500"/>
                                        <p:tgtEl>
                                          <p:spTgt spid="99">
                                            <p:txEl>
                                              <p:pRg st="64" end="144"/>
                                            </p:txEl>
                                          </p:spTgt>
                                        </p:tgtEl>
                                      </p:cBhvr>
                                    </p:animEffect>
                                  </p:childTnLst>
                                </p:cTn>
                              </p:par>
                            </p:childTnLst>
                          </p:cTn>
                        </p:par>
                        <p:par>
                          <p:cTn id="165" fill="hold">
                            <p:stCondLst>
                              <p:cond delay="1500"/>
                            </p:stCondLst>
                            <p:childTnLst>
                              <p:par>
                                <p:cTn id="166" nodeType="afterEffect" fill="hold" presetClass="entr" presetID="6" presetSubtype="16">
                                  <p:stCondLst>
                                    <p:cond delay="0"/>
                                  </p:stCondLst>
                                  <p:childTnLst>
                                    <p:set>
                                      <p:cBhvr>
                                        <p:cTn id="167" dur="1" fill="hold">
                                          <p:stCondLst>
                                            <p:cond delay="0"/>
                                          </p:stCondLst>
                                        </p:cTn>
                                        <p:tgtEl>
                                          <p:spTgt spid="99">
                                            <p:txEl>
                                              <p:pRg st="144" end="245"/>
                                            </p:txEl>
                                          </p:spTgt>
                                        </p:tgtEl>
                                        <p:attrNameLst>
                                          <p:attrName>style.visibility</p:attrName>
                                        </p:attrNameLst>
                                      </p:cBhvr>
                                      <p:to>
                                        <p:strVal val="visible"/>
                                      </p:to>
                                    </p:set>
                                    <p:animEffect filter="circle(in)" transition="out">
                                      <p:cBhvr additive="repl">
                                        <p:cTn id="168" dur="500"/>
                                        <p:tgtEl>
                                          <p:spTgt spid="99">
                                            <p:txEl>
                                              <p:pRg st="144" end="245"/>
                                            </p:txEl>
                                          </p:spTgt>
                                        </p:tgtEl>
                                      </p:cBhvr>
                                    </p:animEffect>
                                  </p:childTnLst>
                                </p:cTn>
                              </p:par>
                            </p:childTnLst>
                          </p:cTn>
                        </p:par>
                        <p:par>
                          <p:cTn id="169" fill="hold">
                            <p:stCondLst>
                              <p:cond delay="2000"/>
                            </p:stCondLst>
                            <p:childTnLst>
                              <p:par>
                                <p:cTn id="170" nodeType="afterEffect" fill="hold" presetClass="entr" presetID="6" presetSubtype="16">
                                  <p:stCondLst>
                                    <p:cond delay="0"/>
                                  </p:stCondLst>
                                  <p:childTnLst>
                                    <p:set>
                                      <p:cBhvr>
                                        <p:cTn id="171" dur="1" fill="hold">
                                          <p:stCondLst>
                                            <p:cond delay="0"/>
                                          </p:stCondLst>
                                        </p:cTn>
                                        <p:tgtEl>
                                          <p:spTgt spid="99">
                                            <p:txEl>
                                              <p:pRg st="245" end="364"/>
                                            </p:txEl>
                                          </p:spTgt>
                                        </p:tgtEl>
                                        <p:attrNameLst>
                                          <p:attrName>style.visibility</p:attrName>
                                        </p:attrNameLst>
                                      </p:cBhvr>
                                      <p:to>
                                        <p:strVal val="visible"/>
                                      </p:to>
                                    </p:set>
                                    <p:animEffect filter="circle(in)" transition="out">
                                      <p:cBhvr additive="repl">
                                        <p:cTn id="172" dur="500"/>
                                        <p:tgtEl>
                                          <p:spTgt spid="99">
                                            <p:txEl>
                                              <p:pRg st="245" end="364"/>
                                            </p:txEl>
                                          </p:spTgt>
                                        </p:tgtEl>
                                      </p:cBhvr>
                                    </p:animEffect>
                                  </p:childTnLst>
                                </p:cTn>
                              </p:par>
                            </p:childTnLst>
                          </p:cTn>
                        </p:par>
                        <p:par>
                          <p:cTn id="173" fill="hold">
                            <p:stCondLst>
                              <p:cond delay="2500"/>
                            </p:stCondLst>
                            <p:childTnLst>
                              <p:par>
                                <p:cTn id="174" nodeType="afterEffect" fill="hold" presetClass="entr" presetID="6" presetSubtype="16">
                                  <p:stCondLst>
                                    <p:cond delay="0"/>
                                  </p:stCondLst>
                                  <p:childTnLst>
                                    <p:set>
                                      <p:cBhvr>
                                        <p:cTn id="175" dur="1" fill="hold">
                                          <p:stCondLst>
                                            <p:cond delay="0"/>
                                          </p:stCondLst>
                                        </p:cTn>
                                        <p:tgtEl>
                                          <p:spTgt spid="99">
                                            <p:txEl>
                                              <p:pRg st="364" end="458"/>
                                            </p:txEl>
                                          </p:spTgt>
                                        </p:tgtEl>
                                        <p:attrNameLst>
                                          <p:attrName>style.visibility</p:attrName>
                                        </p:attrNameLst>
                                      </p:cBhvr>
                                      <p:to>
                                        <p:strVal val="visible"/>
                                      </p:to>
                                    </p:set>
                                    <p:animEffect filter="circle(in)" transition="out">
                                      <p:cBhvr additive="repl">
                                        <p:cTn id="176" dur="500"/>
                                        <p:tgtEl>
                                          <p:spTgt spid="99">
                                            <p:txEl>
                                              <p:pRg st="364" end="458"/>
                                            </p:txEl>
                                          </p:spTgt>
                                        </p:tgtEl>
                                      </p:cBhvr>
                                    </p:animEffect>
                                  </p:childTnLst>
                                </p:cTn>
                              </p:par>
                            </p:childTnLst>
                          </p:cTn>
                        </p:par>
                        <p:par>
                          <p:cTn id="177" fill="hold">
                            <p:stCondLst>
                              <p:cond delay="3000"/>
                            </p:stCondLst>
                            <p:childTnLst>
                              <p:par>
                                <p:cTn id="178" nodeType="afterEffect" fill="hold" presetClass="entr" presetID="6" presetSubtype="16">
                                  <p:stCondLst>
                                    <p:cond delay="0"/>
                                  </p:stCondLst>
                                  <p:childTnLst>
                                    <p:set>
                                      <p:cBhvr>
                                        <p:cTn id="179" dur="1" fill="hold">
                                          <p:stCondLst>
                                            <p:cond delay="0"/>
                                          </p:stCondLst>
                                        </p:cTn>
                                        <p:tgtEl>
                                          <p:spTgt spid="99">
                                            <p:txEl>
                                              <p:pRg st="458" end="631"/>
                                            </p:txEl>
                                          </p:spTgt>
                                        </p:tgtEl>
                                        <p:attrNameLst>
                                          <p:attrName>style.visibility</p:attrName>
                                        </p:attrNameLst>
                                      </p:cBhvr>
                                      <p:to>
                                        <p:strVal val="visible"/>
                                      </p:to>
                                    </p:set>
                                    <p:animEffect filter="circle(in)" transition="out">
                                      <p:cBhvr additive="repl">
                                        <p:cTn id="180" dur="500"/>
                                        <p:tgtEl>
                                          <p:spTgt spid="99">
                                            <p:txEl>
                                              <p:pRg st="458" end="631"/>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Shape 1"/>
          <p:cNvSpPr txBox="1"/>
          <p:nvPr/>
        </p:nvSpPr>
        <p:spPr>
          <a:xfrm>
            <a:off x="685800" y="68760"/>
            <a:ext cx="10131120" cy="1455840"/>
          </a:xfrm>
          <a:prstGeom prst="rect">
            <a:avLst/>
          </a:prstGeom>
          <a:noFill/>
          <a:ln>
            <a:noFill/>
          </a:ln>
        </p:spPr>
        <p:txBody>
          <a:bodyPr anchor="ctr"/>
          <a:p>
            <a:pPr>
              <a:lnSpc>
                <a:spcPct val="100000"/>
              </a:lnSpc>
            </a:pPr>
            <a:r>
              <a:rPr b="0" lang="en-US" sz="3600" spc="-1" strike="noStrike" cap="all">
                <a:solidFill>
                  <a:srgbClr val="ffffff"/>
                </a:solidFill>
                <a:uFill>
                  <a:solidFill>
                    <a:srgbClr val="ffffff"/>
                  </a:solidFill>
                </a:uFill>
                <a:latin typeface="Calibri Light"/>
              </a:rPr>
              <a:t>Architecture</a:t>
            </a:r>
            <a:endParaRPr b="0" lang="en-US" sz="1800" spc="-1" strike="noStrike">
              <a:solidFill>
                <a:srgbClr val="ffffff"/>
              </a:solidFill>
              <a:uFill>
                <a:solidFill>
                  <a:srgbClr val="ffffff"/>
                </a:solidFill>
              </a:uFill>
              <a:latin typeface="Calibri"/>
            </a:endParaRPr>
          </a:p>
        </p:txBody>
      </p:sp>
      <p:sp>
        <p:nvSpPr>
          <p:cNvPr id="101" name="TextShape 2"/>
          <p:cNvSpPr txBox="1"/>
          <p:nvPr/>
        </p:nvSpPr>
        <p:spPr>
          <a:xfrm>
            <a:off x="685800" y="1227600"/>
            <a:ext cx="10131120" cy="690840"/>
          </a:xfrm>
          <a:prstGeom prst="rect">
            <a:avLst/>
          </a:prstGeom>
          <a:noFill/>
          <a:ln>
            <a:noFill/>
          </a:ln>
        </p:spPr>
        <p:txBody>
          <a:bodyPr anchor="ctr"/>
          <a:p>
            <a:pPr>
              <a:lnSpc>
                <a:spcPct val="100000"/>
              </a:lnSpc>
            </a:pPr>
            <a:r>
              <a:rPr b="0" lang="en-US" sz="1800" spc="-1" strike="noStrike">
                <a:solidFill>
                  <a:srgbClr val="ffffff"/>
                </a:solidFill>
                <a:uFill>
                  <a:solidFill>
                    <a:srgbClr val="ffffff"/>
                  </a:solidFill>
                </a:uFill>
                <a:latin typeface="Calibri"/>
              </a:rPr>
              <a:t>For this task we used Inception V3 architecture trained on ImageNet</a:t>
            </a:r>
            <a:endParaRPr b="0" lang="en-US" sz="1800" spc="-1" strike="noStrike">
              <a:solidFill>
                <a:srgbClr val="ffffff"/>
              </a:solidFill>
              <a:uFill>
                <a:solidFill>
                  <a:srgbClr val="ffffff"/>
                </a:solidFill>
              </a:uFill>
              <a:latin typeface="Calibri"/>
            </a:endParaRPr>
          </a:p>
        </p:txBody>
      </p:sp>
      <p:pic>
        <p:nvPicPr>
          <p:cNvPr id="102" name="Picture 4" descr=""/>
          <p:cNvPicPr/>
          <p:nvPr/>
        </p:nvPicPr>
        <p:blipFill>
          <a:blip r:embed="rId1"/>
          <a:stretch/>
        </p:blipFill>
        <p:spPr>
          <a:xfrm>
            <a:off x="727920" y="2118960"/>
            <a:ext cx="10190160" cy="3317760"/>
          </a:xfrm>
          <a:prstGeom prst="rect">
            <a:avLst/>
          </a:prstGeom>
          <a:ln>
            <a:noFill/>
          </a:ln>
        </p:spPr>
      </p:pic>
      <p:sp>
        <p:nvSpPr>
          <p:cNvPr id="103" name="CustomShape 3"/>
          <p:cNvSpPr/>
          <p:nvPr/>
        </p:nvSpPr>
        <p:spPr>
          <a:xfrm flipV="1">
            <a:off x="8955000" y="3409920"/>
            <a:ext cx="608400" cy="1370520"/>
          </a:xfrm>
          <a:custGeom>
            <a:avLst/>
            <a:gdLst/>
            <a:ahLst/>
            <a:rect l="l" t="t" r="r" b="b"/>
            <a:pathLst>
              <a:path w="21600" h="21600">
                <a:moveTo>
                  <a:pt x="0" y="0"/>
                </a:moveTo>
                <a:lnTo>
                  <a:pt x="21600" y="21600"/>
                </a:lnTo>
              </a:path>
            </a:pathLst>
          </a:custGeom>
          <a:noFill/>
          <a:ln>
            <a:solidFill>
              <a:schemeClr val="bg1"/>
            </a:solidFill>
            <a:round/>
            <a:tailEnd len="med" type="triangle" w="med"/>
          </a:ln>
        </p:spPr>
        <p:style>
          <a:lnRef idx="1">
            <a:schemeClr val="accent1"/>
          </a:lnRef>
          <a:fillRef idx="0">
            <a:schemeClr val="accent1"/>
          </a:fillRef>
          <a:effectRef idx="0">
            <a:schemeClr val="accent1"/>
          </a:effectRef>
          <a:fontRef idx="minor"/>
        </p:style>
      </p:sp>
      <p:sp>
        <p:nvSpPr>
          <p:cNvPr id="104" name="CustomShape 4"/>
          <p:cNvSpPr/>
          <p:nvPr/>
        </p:nvSpPr>
        <p:spPr>
          <a:xfrm>
            <a:off x="7769880" y="4781520"/>
            <a:ext cx="2132640" cy="302760"/>
          </a:xfrm>
          <a:prstGeom prst="rect">
            <a:avLst/>
          </a:prstGeom>
          <a:noFill/>
          <a:ln>
            <a:noFill/>
          </a:ln>
        </p:spPr>
        <p:style>
          <a:lnRef idx="0"/>
          <a:fillRef idx="0"/>
          <a:effectRef idx="0"/>
          <a:fontRef idx="minor"/>
        </p:style>
        <p:txBody>
          <a:bodyPr lIns="90000" rIns="90000" tIns="45000" bIns="45000"/>
          <a:p>
            <a:pPr algn="ctr">
              <a:lnSpc>
                <a:spcPct val="100000"/>
              </a:lnSpc>
            </a:pPr>
            <a:r>
              <a:rPr b="0" lang="en-US" sz="1400" spc="-1" strike="noStrike">
                <a:solidFill>
                  <a:srgbClr val="000000"/>
                </a:solidFill>
                <a:uFill>
                  <a:solidFill>
                    <a:srgbClr val="ffffff"/>
                  </a:solidFill>
                </a:uFill>
                <a:latin typeface="Calibri"/>
                <a:ea typeface="DejaVu Sans"/>
              </a:rPr>
              <a:t>Bottleneck Values</a:t>
            </a:r>
            <a:endParaRPr b="0" lang="en-US" sz="1800" spc="-1" strike="noStrike">
              <a:solidFill>
                <a:srgbClr val="ffffff"/>
              </a:solidFill>
              <a:uFill>
                <a:solidFill>
                  <a:srgbClr val="ffffff"/>
                </a:solidFill>
              </a:uFill>
              <a:latin typeface="Arial"/>
            </a:endParaRPr>
          </a:p>
        </p:txBody>
      </p:sp>
    </p:spTree>
  </p:cSld>
  <p:timing>
    <p:tnLst>
      <p:par>
        <p:cTn id="181" dur="indefinite" restart="never" nodeType="tmRoot">
          <p:childTnLst>
            <p:seq>
              <p:cTn id="182" dur="indefinite" nodeType="mainSeq">
                <p:childTnLst>
                  <p:par>
                    <p:cTn id="183" fill="hold">
                      <p:stCondLst>
                        <p:cond delay="0"/>
                      </p:stCondLst>
                      <p:childTnLst>
                        <p:par>
                          <p:cTn id="184" fill="hold">
                            <p:stCondLst>
                              <p:cond delay="0"/>
                            </p:stCondLst>
                            <p:childTnLst>
                              <p:par>
                                <p:cTn id="185" nodeType="afterEffect" fill="hold" presetClass="entr" presetID="2" presetSubtype="4">
                                  <p:stCondLst>
                                    <p:cond delay="0"/>
                                  </p:stCondLst>
                                  <p:childTnLst>
                                    <p:set>
                                      <p:cBhvr>
                                        <p:cTn id="186" dur="1" fill="hold">
                                          <p:stCondLst>
                                            <p:cond delay="0"/>
                                          </p:stCondLst>
                                        </p:cTn>
                                        <p:tgtEl>
                                          <p:spTgt spid="100"/>
                                        </p:tgtEl>
                                        <p:attrNameLst>
                                          <p:attrName>style.visibility</p:attrName>
                                        </p:attrNameLst>
                                      </p:cBhvr>
                                      <p:to>
                                        <p:strVal val="visible"/>
                                      </p:to>
                                    </p:set>
                                    <p:anim calcmode="lin" valueType="num">
                                      <p:cBhvr additive="repl">
                                        <p:cTn id="187" dur="500" fill="hold"/>
                                        <p:tgtEl>
                                          <p:spTgt spid="100"/>
                                        </p:tgtEl>
                                        <p:attrNameLst>
                                          <p:attrName>ppt_x</p:attrName>
                                        </p:attrNameLst>
                                      </p:cBhvr>
                                      <p:tavLst>
                                        <p:tav tm="0">
                                          <p:val>
                                            <p:strVal val="#ppt_x"/>
                                          </p:val>
                                        </p:tav>
                                        <p:tav tm="100000">
                                          <p:val>
                                            <p:strVal val="#ppt_x"/>
                                          </p:val>
                                        </p:tav>
                                      </p:tavLst>
                                    </p:anim>
                                    <p:anim calcmode="lin" valueType="num">
                                      <p:cBhvr additive="repl">
                                        <p:cTn id="188" dur="500" fill="hold"/>
                                        <p:tgtEl>
                                          <p:spTgt spid="100"/>
                                        </p:tgtEl>
                                        <p:attrNameLst>
                                          <p:attrName>ppt_y</p:attrName>
                                        </p:attrNameLst>
                                      </p:cBhvr>
                                      <p:tavLst>
                                        <p:tav tm="0">
                                          <p:val>
                                            <p:strVal val="1+#ppt_h/2"/>
                                          </p:val>
                                        </p:tav>
                                        <p:tav tm="100000">
                                          <p:val>
                                            <p:strVal val="#ppt_y"/>
                                          </p:val>
                                        </p:tav>
                                      </p:tavLst>
                                    </p:anim>
                                  </p:childTnLst>
                                </p:cTn>
                              </p:par>
                              <p:par>
                                <p:cTn id="189" nodeType="withEffect" fill="hold" presetClass="entr" presetID="22" presetSubtype="4">
                                  <p:stCondLst>
                                    <p:cond delay="0"/>
                                  </p:stCondLst>
                                  <p:childTnLst>
                                    <p:set>
                                      <p:cBhvr>
                                        <p:cTn id="190" dur="1" fill="hold">
                                          <p:stCondLst>
                                            <p:cond delay="0"/>
                                          </p:stCondLst>
                                        </p:cTn>
                                        <p:tgtEl>
                                          <p:spTgt spid="101">
                                            <p:txEl>
                                              <p:pRg st="0" end="68"/>
                                            </p:txEl>
                                          </p:spTgt>
                                        </p:tgtEl>
                                        <p:attrNameLst>
                                          <p:attrName>style.visibility</p:attrName>
                                        </p:attrNameLst>
                                      </p:cBhvr>
                                      <p:to>
                                        <p:strVal val="visible"/>
                                      </p:to>
                                    </p:set>
                                    <p:animEffect filter="wipe(down)" transition="out">
                                      <p:cBhvr additive="repl">
                                        <p:cTn id="191" dur="500"/>
                                        <p:tgtEl>
                                          <p:spTgt spid="101">
                                            <p:txEl>
                                              <p:pRg st="0" end="68"/>
                                            </p:txEl>
                                          </p:spTgt>
                                        </p:tgtEl>
                                      </p:cBhvr>
                                    </p:animEffect>
                                  </p:childTnLst>
                                </p:cTn>
                              </p:par>
                              <p:par>
                                <p:cTn id="192" nodeType="withEffect" fill="hold" presetClass="entr" presetID="21" presetSubtype="1">
                                  <p:stCondLst>
                                    <p:cond delay="0"/>
                                  </p:stCondLst>
                                  <p:childTnLst>
                                    <p:set>
                                      <p:cBhvr>
                                        <p:cTn id="193" dur="1" fill="hold">
                                          <p:stCondLst>
                                            <p:cond delay="0"/>
                                          </p:stCondLst>
                                        </p:cTn>
                                        <p:tgtEl>
                                          <p:spTgt spid="102"/>
                                        </p:tgtEl>
                                        <p:attrNameLst>
                                          <p:attrName>style.visibility</p:attrName>
                                        </p:attrNameLst>
                                      </p:cBhvr>
                                      <p:to>
                                        <p:strVal val="visible"/>
                                      </p:to>
                                    </p:set>
                                    <p:animEffect filter="wheel(1)" transition="in">
                                      <p:cBhvr additive="repl">
                                        <p:cTn id="194" dur="2000"/>
                                        <p:tgtEl>
                                          <p:spTgt spid="102"/>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Shape 1"/>
          <p:cNvSpPr txBox="1"/>
          <p:nvPr/>
        </p:nvSpPr>
        <p:spPr>
          <a:xfrm>
            <a:off x="685800" y="609480"/>
            <a:ext cx="10131120" cy="1455840"/>
          </a:xfrm>
          <a:prstGeom prst="rect">
            <a:avLst/>
          </a:prstGeom>
          <a:noFill/>
          <a:ln>
            <a:noFill/>
          </a:ln>
        </p:spPr>
        <p:txBody>
          <a:bodyPr anchor="ctr"/>
          <a:p>
            <a:pPr>
              <a:lnSpc>
                <a:spcPct val="100000"/>
              </a:lnSpc>
            </a:pPr>
            <a:r>
              <a:rPr b="0" lang="en-US" sz="3600" spc="-1" strike="noStrike" cap="all">
                <a:solidFill>
                  <a:srgbClr val="ffffff"/>
                </a:solidFill>
                <a:uFill>
                  <a:solidFill>
                    <a:srgbClr val="ffffff"/>
                  </a:solidFill>
                </a:uFill>
                <a:latin typeface="Calibri Light"/>
              </a:rPr>
              <a:t>Results</a:t>
            </a:r>
            <a:endParaRPr b="0" lang="en-US" sz="1800" spc="-1" strike="noStrike">
              <a:solidFill>
                <a:srgbClr val="ffffff"/>
              </a:solidFill>
              <a:uFill>
                <a:solidFill>
                  <a:srgbClr val="ffffff"/>
                </a:solidFill>
              </a:uFill>
              <a:latin typeface="Calibri"/>
            </a:endParaRPr>
          </a:p>
        </p:txBody>
      </p:sp>
      <p:sp>
        <p:nvSpPr>
          <p:cNvPr id="106" name="TextShape 2"/>
          <p:cNvSpPr txBox="1"/>
          <p:nvPr/>
        </p:nvSpPr>
        <p:spPr>
          <a:xfrm>
            <a:off x="685800" y="1663920"/>
            <a:ext cx="10131120" cy="2570400"/>
          </a:xfrm>
          <a:prstGeom prst="rect">
            <a:avLst/>
          </a:prstGeom>
          <a:noFill/>
          <a:ln>
            <a:noFill/>
          </a:ln>
        </p:spPr>
        <p:txBody>
          <a:bodyPr anchor="ctr"/>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The retrained model is tested on 16,000 images and about 11,000 of the images were correctly predicted</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The accuracy of the model is about 70%</a:t>
            </a:r>
            <a:endParaRPr b="0" lang="en-US" sz="1800" spc="-1" strike="noStrike">
              <a:solidFill>
                <a:srgbClr val="ffffff"/>
              </a:solidFill>
              <a:uFill>
                <a:solidFill>
                  <a:srgbClr val="ffffff"/>
                </a:solidFill>
              </a:uFill>
              <a:latin typeface="Calibri"/>
            </a:endParaRPr>
          </a:p>
          <a:p>
            <a:pPr marL="285840" indent="-285480">
              <a:lnSpc>
                <a:spcPct val="100000"/>
              </a:lnSpc>
              <a:buClr>
                <a:srgbClr val="ffffff"/>
              </a:buClr>
              <a:buFont typeface="Arial"/>
              <a:buChar char="•"/>
            </a:pPr>
            <a:r>
              <a:rPr b="0" lang="en-US" sz="1800" spc="-1" strike="noStrike">
                <a:solidFill>
                  <a:srgbClr val="ffffff"/>
                </a:solidFill>
                <a:uFill>
                  <a:solidFill>
                    <a:srgbClr val="ffffff"/>
                  </a:solidFill>
                </a:uFill>
                <a:latin typeface="Calibri"/>
              </a:rPr>
              <a:t>Accuracy can be improved by training the weights of previous layers using these images</a:t>
            </a:r>
            <a:endParaRPr b="0" lang="en-US" sz="1800" spc="-1" strike="noStrike">
              <a:solidFill>
                <a:srgbClr val="ffffff"/>
              </a:solidFill>
              <a:uFill>
                <a:solidFill>
                  <a:srgbClr val="ffffff"/>
                </a:solidFill>
              </a:uFill>
              <a:latin typeface="Calibri"/>
            </a:endParaRPr>
          </a:p>
        </p:txBody>
      </p:sp>
    </p:spTree>
  </p:cSld>
  <p:timing>
    <p:tnLst>
      <p:par>
        <p:cTn id="195" dur="indefinite" restart="never" nodeType="tmRoot">
          <p:childTnLst>
            <p:seq>
              <p:cTn id="196" dur="indefinite" nodeType="mainSeq">
                <p:childTnLst>
                  <p:par>
                    <p:cTn id="197" fill="hold">
                      <p:stCondLst>
                        <p:cond delay="0"/>
                      </p:stCondLst>
                      <p:childTnLst>
                        <p:par>
                          <p:cTn id="198" fill="hold">
                            <p:stCondLst>
                              <p:cond delay="0"/>
                            </p:stCondLst>
                            <p:childTnLst>
                              <p:par>
                                <p:cTn id="199" nodeType="afterEffect" fill="hold" presetClass="entr" presetID="6" presetSubtype="16">
                                  <p:stCondLst>
                                    <p:cond delay="0"/>
                                  </p:stCondLst>
                                  <p:childTnLst>
                                    <p:set>
                                      <p:cBhvr>
                                        <p:cTn id="200" dur="1" fill="hold">
                                          <p:stCondLst>
                                            <p:cond delay="0"/>
                                          </p:stCondLst>
                                        </p:cTn>
                                        <p:tgtEl>
                                          <p:spTgt spid="105"/>
                                        </p:tgtEl>
                                        <p:attrNameLst>
                                          <p:attrName>style.visibility</p:attrName>
                                        </p:attrNameLst>
                                      </p:cBhvr>
                                      <p:to>
                                        <p:strVal val="visible"/>
                                      </p:to>
                                    </p:set>
                                    <p:animEffect filter="circle(in)" transition="out">
                                      <p:cBhvr additive="repl">
                                        <p:cTn id="201" dur="2000"/>
                                        <p:tgtEl>
                                          <p:spTgt spid="105"/>
                                        </p:tgtEl>
                                      </p:cBhvr>
                                    </p:animEffect>
                                  </p:childTnLst>
                                </p:cTn>
                              </p:par>
                            </p:childTnLst>
                          </p:cTn>
                        </p:par>
                        <p:par>
                          <p:cTn id="202" fill="hold">
                            <p:stCondLst>
                              <p:cond delay="2000"/>
                            </p:stCondLst>
                            <p:childTnLst>
                              <p:par>
                                <p:cTn id="203" nodeType="afterEffect" fill="hold" presetClass="entr" presetID="10">
                                  <p:stCondLst>
                                    <p:cond delay="0"/>
                                  </p:stCondLst>
                                  <p:childTnLst>
                                    <p:set>
                                      <p:cBhvr>
                                        <p:cTn id="204" dur="1" fill="hold">
                                          <p:stCondLst>
                                            <p:cond delay="0"/>
                                          </p:stCondLst>
                                        </p:cTn>
                                        <p:tgtEl>
                                          <p:spTgt spid="106">
                                            <p:txEl>
                                              <p:pRg st="0" end="103"/>
                                            </p:txEl>
                                          </p:spTgt>
                                        </p:tgtEl>
                                        <p:attrNameLst>
                                          <p:attrName>style.visibility</p:attrName>
                                        </p:attrNameLst>
                                      </p:cBhvr>
                                      <p:to>
                                        <p:strVal val="visible"/>
                                      </p:to>
                                    </p:set>
                                    <p:animEffect filter="fade" transition="in">
                                      <p:cBhvr additive="repl">
                                        <p:cTn id="205" dur="500"/>
                                        <p:tgtEl>
                                          <p:spTgt spid="106">
                                            <p:txEl>
                                              <p:pRg st="0" end="103"/>
                                            </p:txEl>
                                          </p:spTgt>
                                        </p:tgtEl>
                                      </p:cBhvr>
                                    </p:animEffect>
                                  </p:childTnLst>
                                </p:cTn>
                              </p:par>
                            </p:childTnLst>
                          </p:cTn>
                        </p:par>
                        <p:par>
                          <p:cTn id="206" fill="hold">
                            <p:stCondLst>
                              <p:cond delay="2500"/>
                            </p:stCondLst>
                            <p:childTnLst>
                              <p:par>
                                <p:cTn id="207" nodeType="afterEffect" fill="hold" presetClass="entr" presetID="10">
                                  <p:stCondLst>
                                    <p:cond delay="0"/>
                                  </p:stCondLst>
                                  <p:childTnLst>
                                    <p:set>
                                      <p:cBhvr>
                                        <p:cTn id="208" dur="1" fill="hold">
                                          <p:stCondLst>
                                            <p:cond delay="0"/>
                                          </p:stCondLst>
                                        </p:cTn>
                                        <p:tgtEl>
                                          <p:spTgt spid="106">
                                            <p:txEl>
                                              <p:pRg st="103" end="142"/>
                                            </p:txEl>
                                          </p:spTgt>
                                        </p:tgtEl>
                                        <p:attrNameLst>
                                          <p:attrName>style.visibility</p:attrName>
                                        </p:attrNameLst>
                                      </p:cBhvr>
                                      <p:to>
                                        <p:strVal val="visible"/>
                                      </p:to>
                                    </p:set>
                                    <p:animEffect filter="fade" transition="in">
                                      <p:cBhvr additive="repl">
                                        <p:cTn id="209" dur="500"/>
                                        <p:tgtEl>
                                          <p:spTgt spid="106">
                                            <p:txEl>
                                              <p:pRg st="103" end="142"/>
                                            </p:txEl>
                                          </p:spTgt>
                                        </p:tgtEl>
                                      </p:cBhvr>
                                    </p:animEffect>
                                  </p:childTnLst>
                                </p:cTn>
                              </p:par>
                            </p:childTnLst>
                          </p:cTn>
                        </p:par>
                        <p:par>
                          <p:cTn id="210" fill="hold">
                            <p:stCondLst>
                              <p:cond delay="3000"/>
                            </p:stCondLst>
                            <p:childTnLst>
                              <p:par>
                                <p:cTn id="211" nodeType="afterEffect" fill="hold" presetClass="entr" presetID="10">
                                  <p:stCondLst>
                                    <p:cond delay="0"/>
                                  </p:stCondLst>
                                  <p:childTnLst>
                                    <p:set>
                                      <p:cBhvr>
                                        <p:cTn id="212" dur="1" fill="hold">
                                          <p:stCondLst>
                                            <p:cond delay="0"/>
                                          </p:stCondLst>
                                        </p:cTn>
                                        <p:tgtEl>
                                          <p:spTgt spid="106">
                                            <p:txEl>
                                              <p:pRg st="142" end="229"/>
                                            </p:txEl>
                                          </p:spTgt>
                                        </p:tgtEl>
                                        <p:attrNameLst>
                                          <p:attrName>style.visibility</p:attrName>
                                        </p:attrNameLst>
                                      </p:cBhvr>
                                      <p:to>
                                        <p:strVal val="visible"/>
                                      </p:to>
                                    </p:set>
                                    <p:animEffect filter="fade" transition="in">
                                      <p:cBhvr additive="repl">
                                        <p:cTn id="213" dur="500"/>
                                        <p:tgtEl>
                                          <p:spTgt spid="106">
                                            <p:txEl>
                                              <p:pRg st="142" end="229"/>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TextShape 1"/>
          <p:cNvSpPr txBox="1"/>
          <p:nvPr/>
        </p:nvSpPr>
        <p:spPr>
          <a:xfrm>
            <a:off x="685800" y="609480"/>
            <a:ext cx="10131120" cy="1455840"/>
          </a:xfrm>
          <a:prstGeom prst="rect">
            <a:avLst/>
          </a:prstGeom>
          <a:noFill/>
          <a:ln>
            <a:noFill/>
          </a:ln>
        </p:spPr>
        <p:txBody>
          <a:bodyPr anchor="ctr"/>
          <a:p>
            <a:pPr>
              <a:lnSpc>
                <a:spcPct val="100000"/>
              </a:lnSpc>
            </a:pPr>
            <a:r>
              <a:rPr b="0" lang="en-US" sz="3600" spc="-1" strike="noStrike" cap="all">
                <a:solidFill>
                  <a:srgbClr val="ffffff"/>
                </a:solidFill>
                <a:uFill>
                  <a:solidFill>
                    <a:srgbClr val="ffffff"/>
                  </a:solidFill>
                </a:uFill>
                <a:latin typeface="Calibri Light"/>
              </a:rPr>
              <a:t>Results Continued</a:t>
            </a:r>
            <a:endParaRPr b="0" lang="en-US" sz="1800" spc="-1" strike="noStrike">
              <a:solidFill>
                <a:srgbClr val="ffffff"/>
              </a:solidFill>
              <a:uFill>
                <a:solidFill>
                  <a:srgbClr val="ffffff"/>
                </a:solidFill>
              </a:uFill>
              <a:latin typeface="Calibri"/>
            </a:endParaRPr>
          </a:p>
        </p:txBody>
      </p:sp>
      <p:pic>
        <p:nvPicPr>
          <p:cNvPr id="108" name="Picture 3" descr=""/>
          <p:cNvPicPr/>
          <p:nvPr/>
        </p:nvPicPr>
        <p:blipFill>
          <a:blip r:embed="rId1"/>
          <a:stretch/>
        </p:blipFill>
        <p:spPr>
          <a:xfrm>
            <a:off x="1655640" y="1861560"/>
            <a:ext cx="8734320" cy="3905640"/>
          </a:xfrm>
          <a:prstGeom prst="rect">
            <a:avLst/>
          </a:prstGeom>
          <a:ln>
            <a:noFill/>
          </a:ln>
        </p:spPr>
      </p:pic>
      <p:sp>
        <p:nvSpPr>
          <p:cNvPr id="109" name="CustomShape 2"/>
          <p:cNvSpPr/>
          <p:nvPr/>
        </p:nvSpPr>
        <p:spPr>
          <a:xfrm>
            <a:off x="3233160" y="1827000"/>
            <a:ext cx="4951800" cy="363960"/>
          </a:xfrm>
          <a:prstGeom prst="rect">
            <a:avLst/>
          </a:prstGeom>
          <a:noFill/>
          <a:ln>
            <a:noFill/>
          </a:ln>
        </p:spPr>
        <p:style>
          <a:lnRef idx="0"/>
          <a:fillRef idx="0"/>
          <a:effectRef idx="0"/>
          <a:fontRef idx="minor"/>
        </p:style>
        <p:txBody>
          <a:bodyPr lIns="90000" rIns="90000" tIns="45000" bIns="45000"/>
          <a:p>
            <a:pPr algn="ctr">
              <a:lnSpc>
                <a:spcPct val="100000"/>
              </a:lnSpc>
            </a:pPr>
            <a:r>
              <a:rPr b="0" lang="en-US" sz="2000" spc="-1" strike="noStrike">
                <a:solidFill>
                  <a:srgbClr val="000000"/>
                </a:solidFill>
                <a:uFill>
                  <a:solidFill>
                    <a:srgbClr val="ffffff"/>
                  </a:solidFill>
                </a:uFill>
                <a:latin typeface="Calibri"/>
                <a:ea typeface="DejaVu Sans"/>
              </a:rPr>
              <a:t>Accuracy</a:t>
            </a:r>
            <a:endParaRPr b="0" lang="en-US" sz="1800" spc="-1" strike="noStrike">
              <a:solidFill>
                <a:srgbClr val="ffffff"/>
              </a:solidFill>
              <a:uFill>
                <a:solidFill>
                  <a:srgbClr val="ffffff"/>
                </a:solidFill>
              </a:uFill>
              <a:latin typeface="Arial"/>
            </a:endParaRPr>
          </a:p>
        </p:txBody>
      </p:sp>
      <p:sp>
        <p:nvSpPr>
          <p:cNvPr id="110" name="CustomShape 3"/>
          <p:cNvSpPr/>
          <p:nvPr/>
        </p:nvSpPr>
        <p:spPr>
          <a:xfrm>
            <a:off x="3598920" y="5954040"/>
            <a:ext cx="151200" cy="151200"/>
          </a:xfrm>
          <a:prstGeom prst="rect">
            <a:avLst/>
          </a:prstGeom>
          <a:solidFill>
            <a:srgbClr val="c64b00"/>
          </a:solidFill>
          <a:ln>
            <a:round/>
          </a:ln>
        </p:spPr>
        <p:style>
          <a:lnRef idx="2">
            <a:schemeClr val="accent1">
              <a:shade val="50000"/>
            </a:schemeClr>
          </a:lnRef>
          <a:fillRef idx="1">
            <a:schemeClr val="accent1"/>
          </a:fillRef>
          <a:effectRef idx="0">
            <a:schemeClr val="accent1"/>
          </a:effectRef>
          <a:fontRef idx="minor"/>
        </p:style>
      </p:sp>
      <p:sp>
        <p:nvSpPr>
          <p:cNvPr id="111" name="CustomShape 4"/>
          <p:cNvSpPr/>
          <p:nvPr/>
        </p:nvSpPr>
        <p:spPr>
          <a:xfrm>
            <a:off x="6266160" y="5954040"/>
            <a:ext cx="151200" cy="151200"/>
          </a:xfrm>
          <a:prstGeom prst="rect">
            <a:avLst/>
          </a:prstGeom>
          <a:solidFill>
            <a:srgbClr val="00b0f0"/>
          </a:solidFill>
          <a:ln>
            <a:round/>
          </a:ln>
        </p:spPr>
        <p:style>
          <a:lnRef idx="2">
            <a:schemeClr val="accent1">
              <a:shade val="50000"/>
            </a:schemeClr>
          </a:lnRef>
          <a:fillRef idx="1">
            <a:schemeClr val="accent1"/>
          </a:fillRef>
          <a:effectRef idx="0">
            <a:schemeClr val="accent1"/>
          </a:effectRef>
          <a:fontRef idx="minor"/>
        </p:style>
      </p:sp>
      <p:sp>
        <p:nvSpPr>
          <p:cNvPr id="112" name="CustomShape 5"/>
          <p:cNvSpPr/>
          <p:nvPr/>
        </p:nvSpPr>
        <p:spPr>
          <a:xfrm>
            <a:off x="3751560" y="5874840"/>
            <a:ext cx="1904040" cy="302760"/>
          </a:xfrm>
          <a:prstGeom prst="rect">
            <a:avLst/>
          </a:prstGeom>
          <a:noFill/>
          <a:ln>
            <a:noFill/>
          </a:ln>
        </p:spPr>
        <p:style>
          <a:lnRef idx="0"/>
          <a:fillRef idx="0"/>
          <a:effectRef idx="0"/>
          <a:fontRef idx="minor"/>
        </p:style>
        <p:txBody>
          <a:bodyPr lIns="90000" rIns="90000" tIns="45000" bIns="45000"/>
          <a:p>
            <a:pPr>
              <a:lnSpc>
                <a:spcPct val="100000"/>
              </a:lnSpc>
            </a:pPr>
            <a:r>
              <a:rPr b="0" lang="en-US" sz="1400" spc="-1" strike="noStrike">
                <a:solidFill>
                  <a:srgbClr val="ffffff"/>
                </a:solidFill>
                <a:uFill>
                  <a:solidFill>
                    <a:srgbClr val="ffffff"/>
                  </a:solidFill>
                </a:uFill>
                <a:latin typeface="Calibri"/>
                <a:ea typeface="DejaVu Sans"/>
              </a:rPr>
              <a:t>Train</a:t>
            </a:r>
            <a:endParaRPr b="0" lang="en-US" sz="1800" spc="-1" strike="noStrike">
              <a:solidFill>
                <a:srgbClr val="ffffff"/>
              </a:solidFill>
              <a:uFill>
                <a:solidFill>
                  <a:srgbClr val="ffffff"/>
                </a:solidFill>
              </a:uFill>
              <a:latin typeface="Arial"/>
            </a:endParaRPr>
          </a:p>
        </p:txBody>
      </p:sp>
      <p:sp>
        <p:nvSpPr>
          <p:cNvPr id="113" name="CustomShape 6"/>
          <p:cNvSpPr/>
          <p:nvPr/>
        </p:nvSpPr>
        <p:spPr>
          <a:xfrm>
            <a:off x="6405120" y="5874840"/>
            <a:ext cx="1917360" cy="302760"/>
          </a:xfrm>
          <a:prstGeom prst="rect">
            <a:avLst/>
          </a:prstGeom>
          <a:noFill/>
          <a:ln>
            <a:noFill/>
          </a:ln>
        </p:spPr>
        <p:style>
          <a:lnRef idx="0"/>
          <a:fillRef idx="0"/>
          <a:effectRef idx="0"/>
          <a:fontRef idx="minor"/>
        </p:style>
        <p:txBody>
          <a:bodyPr lIns="90000" rIns="90000" tIns="45000" bIns="45000"/>
          <a:p>
            <a:pPr>
              <a:lnSpc>
                <a:spcPct val="100000"/>
              </a:lnSpc>
            </a:pPr>
            <a:r>
              <a:rPr b="0" lang="en-US" sz="1400" spc="-1" strike="noStrike">
                <a:solidFill>
                  <a:srgbClr val="ffffff"/>
                </a:solidFill>
                <a:uFill>
                  <a:solidFill>
                    <a:srgbClr val="ffffff"/>
                  </a:solidFill>
                </a:uFill>
                <a:latin typeface="Calibri"/>
                <a:ea typeface="DejaVu Sans"/>
              </a:rPr>
              <a:t>Validation</a:t>
            </a:r>
            <a:endParaRPr b="0" lang="en-US" sz="1800" spc="-1" strike="noStrike">
              <a:solidFill>
                <a:srgbClr val="ffffff"/>
              </a:solidFill>
              <a:uFill>
                <a:solidFill>
                  <a:srgbClr val="ffffff"/>
                </a:solidFill>
              </a:uFill>
              <a:latin typeface="Arial"/>
            </a:endParaRPr>
          </a:p>
        </p:txBody>
      </p:sp>
    </p:spTree>
  </p:cSld>
  <p:timing>
    <p:tnLst>
      <p:par>
        <p:cTn id="214" dur="indefinite" restart="never" nodeType="tmRoot">
          <p:childTnLst>
            <p:seq>
              <p:cTn id="215" dur="indefinite" nodeType="mainSeq">
                <p:childTnLst>
                  <p:par>
                    <p:cTn id="216" fill="hold">
                      <p:stCondLst>
                        <p:cond delay="0"/>
                      </p:stCondLst>
                      <p:childTnLst>
                        <p:par>
                          <p:cTn id="217" fill="hold">
                            <p:stCondLst>
                              <p:cond delay="0"/>
                            </p:stCondLst>
                            <p:childTnLst>
                              <p:par>
                                <p:cTn id="218" nodeType="afterEffect" fill="hold" presetClass="entr" presetID="16" presetSubtype="21">
                                  <p:stCondLst>
                                    <p:cond delay="0"/>
                                  </p:stCondLst>
                                  <p:childTnLst>
                                    <p:set>
                                      <p:cBhvr>
                                        <p:cTn id="219" dur="1" fill="hold">
                                          <p:stCondLst>
                                            <p:cond delay="0"/>
                                          </p:stCondLst>
                                        </p:cTn>
                                        <p:tgtEl>
                                          <p:spTgt spid="107"/>
                                        </p:tgtEl>
                                        <p:attrNameLst>
                                          <p:attrName>style.visibility</p:attrName>
                                        </p:attrNameLst>
                                      </p:cBhvr>
                                      <p:to>
                                        <p:strVal val="visible"/>
                                      </p:to>
                                    </p:set>
                                    <p:animEffect filter="barn(inVertical)" transition="out">
                                      <p:cBhvr additive="repl">
                                        <p:cTn id="220" dur="500"/>
                                        <p:tgtEl>
                                          <p:spTgt spid="107"/>
                                        </p:tgtEl>
                                      </p:cBhvr>
                                    </p:animEffect>
                                  </p:childTnLst>
                                </p:cTn>
                              </p:par>
                            </p:childTnLst>
                          </p:cTn>
                        </p:par>
                        <p:par>
                          <p:cTn id="221" fill="hold">
                            <p:stCondLst>
                              <p:cond delay="500"/>
                            </p:stCondLst>
                            <p:childTnLst>
                              <p:par>
                                <p:cTn id="222" nodeType="afterEffect" fill="hold" presetClass="entr" presetID="22" presetSubtype="4">
                                  <p:stCondLst>
                                    <p:cond delay="0"/>
                                  </p:stCondLst>
                                  <p:childTnLst>
                                    <p:set>
                                      <p:cBhvr>
                                        <p:cTn id="223" dur="1" fill="hold">
                                          <p:stCondLst>
                                            <p:cond delay="0"/>
                                          </p:stCondLst>
                                        </p:cTn>
                                        <p:tgtEl>
                                          <p:spTgt spid="108"/>
                                        </p:tgtEl>
                                        <p:attrNameLst>
                                          <p:attrName>style.visibility</p:attrName>
                                        </p:attrNameLst>
                                      </p:cBhvr>
                                      <p:to>
                                        <p:strVal val="visible"/>
                                      </p:to>
                                    </p:set>
                                    <p:animEffect filter="wipe(down)" transition="out">
                                      <p:cBhvr additive="repl">
                                        <p:cTn id="224" dur="500"/>
                                        <p:tgtEl>
                                          <p:spTgt spid="108"/>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TextShape 1"/>
          <p:cNvSpPr txBox="1"/>
          <p:nvPr/>
        </p:nvSpPr>
        <p:spPr>
          <a:xfrm>
            <a:off x="685800" y="609480"/>
            <a:ext cx="10131120" cy="1289160"/>
          </a:xfrm>
          <a:prstGeom prst="rect">
            <a:avLst/>
          </a:prstGeom>
          <a:noFill/>
          <a:ln>
            <a:noFill/>
          </a:ln>
        </p:spPr>
        <p:txBody>
          <a:bodyPr anchor="ctr"/>
          <a:p>
            <a:pPr>
              <a:lnSpc>
                <a:spcPct val="100000"/>
              </a:lnSpc>
            </a:pPr>
            <a:r>
              <a:rPr b="0" lang="en-US" sz="3600" spc="-1" strike="noStrike" cap="all">
                <a:solidFill>
                  <a:srgbClr val="ffffff"/>
                </a:solidFill>
                <a:uFill>
                  <a:solidFill>
                    <a:srgbClr val="ffffff"/>
                  </a:solidFill>
                </a:uFill>
                <a:latin typeface="Calibri Light"/>
              </a:rPr>
              <a:t>Results Continued</a:t>
            </a:r>
            <a:endParaRPr b="0" lang="en-US" sz="1800" spc="-1" strike="noStrike">
              <a:solidFill>
                <a:srgbClr val="ffffff"/>
              </a:solidFill>
              <a:uFill>
                <a:solidFill>
                  <a:srgbClr val="ffffff"/>
                </a:solidFill>
              </a:uFill>
              <a:latin typeface="Calibri"/>
            </a:endParaRPr>
          </a:p>
        </p:txBody>
      </p:sp>
      <p:pic>
        <p:nvPicPr>
          <p:cNvPr id="115" name="Picture 3" descr=""/>
          <p:cNvPicPr/>
          <p:nvPr/>
        </p:nvPicPr>
        <p:blipFill>
          <a:blip r:embed="rId1"/>
          <a:stretch/>
        </p:blipFill>
        <p:spPr>
          <a:xfrm>
            <a:off x="1794600" y="1899000"/>
            <a:ext cx="8506440" cy="3751920"/>
          </a:xfrm>
          <a:prstGeom prst="rect">
            <a:avLst/>
          </a:prstGeom>
          <a:ln>
            <a:noFill/>
          </a:ln>
        </p:spPr>
      </p:pic>
      <p:sp>
        <p:nvSpPr>
          <p:cNvPr id="116" name="CustomShape 2"/>
          <p:cNvSpPr/>
          <p:nvPr/>
        </p:nvSpPr>
        <p:spPr>
          <a:xfrm>
            <a:off x="3641040" y="5743080"/>
            <a:ext cx="151200" cy="151200"/>
          </a:xfrm>
          <a:prstGeom prst="rect">
            <a:avLst/>
          </a:prstGeom>
          <a:solidFill>
            <a:schemeClr val="accent4">
              <a:lumMod val="75000"/>
            </a:schemeClr>
          </a:solidFill>
          <a:ln>
            <a:round/>
          </a:ln>
        </p:spPr>
        <p:style>
          <a:lnRef idx="2">
            <a:schemeClr val="accent1">
              <a:shade val="50000"/>
            </a:schemeClr>
          </a:lnRef>
          <a:fillRef idx="1">
            <a:schemeClr val="accent1"/>
          </a:fillRef>
          <a:effectRef idx="0">
            <a:schemeClr val="accent1"/>
          </a:effectRef>
          <a:fontRef idx="minor"/>
        </p:style>
      </p:sp>
      <p:sp>
        <p:nvSpPr>
          <p:cNvPr id="117" name="CustomShape 3"/>
          <p:cNvSpPr/>
          <p:nvPr/>
        </p:nvSpPr>
        <p:spPr>
          <a:xfrm>
            <a:off x="6308280" y="5743080"/>
            <a:ext cx="151200" cy="151200"/>
          </a:xfrm>
          <a:prstGeom prst="rect">
            <a:avLst/>
          </a:prstGeom>
          <a:solidFill>
            <a:srgbClr val="00b0f0"/>
          </a:solidFill>
          <a:ln>
            <a:round/>
          </a:ln>
        </p:spPr>
        <p:style>
          <a:lnRef idx="2">
            <a:schemeClr val="accent1">
              <a:shade val="50000"/>
            </a:schemeClr>
          </a:lnRef>
          <a:fillRef idx="1">
            <a:schemeClr val="accent1"/>
          </a:fillRef>
          <a:effectRef idx="0">
            <a:schemeClr val="accent1"/>
          </a:effectRef>
          <a:fontRef idx="minor"/>
        </p:style>
      </p:sp>
      <p:sp>
        <p:nvSpPr>
          <p:cNvPr id="118" name="CustomShape 4"/>
          <p:cNvSpPr/>
          <p:nvPr/>
        </p:nvSpPr>
        <p:spPr>
          <a:xfrm>
            <a:off x="3793680" y="5663880"/>
            <a:ext cx="1904040" cy="302760"/>
          </a:xfrm>
          <a:prstGeom prst="rect">
            <a:avLst/>
          </a:prstGeom>
          <a:noFill/>
          <a:ln>
            <a:noFill/>
          </a:ln>
        </p:spPr>
        <p:style>
          <a:lnRef idx="0"/>
          <a:fillRef idx="0"/>
          <a:effectRef idx="0"/>
          <a:fontRef idx="minor"/>
        </p:style>
        <p:txBody>
          <a:bodyPr lIns="90000" rIns="90000" tIns="45000" bIns="45000"/>
          <a:p>
            <a:pPr>
              <a:lnSpc>
                <a:spcPct val="100000"/>
              </a:lnSpc>
            </a:pPr>
            <a:r>
              <a:rPr b="0" lang="en-US" sz="1400" spc="-1" strike="noStrike">
                <a:solidFill>
                  <a:srgbClr val="ffffff"/>
                </a:solidFill>
                <a:uFill>
                  <a:solidFill>
                    <a:srgbClr val="ffffff"/>
                  </a:solidFill>
                </a:uFill>
                <a:latin typeface="Calibri"/>
                <a:ea typeface="DejaVu Sans"/>
              </a:rPr>
              <a:t>Train</a:t>
            </a:r>
            <a:endParaRPr b="0" lang="en-US" sz="1800" spc="-1" strike="noStrike">
              <a:solidFill>
                <a:srgbClr val="ffffff"/>
              </a:solidFill>
              <a:uFill>
                <a:solidFill>
                  <a:srgbClr val="ffffff"/>
                </a:solidFill>
              </a:uFill>
              <a:latin typeface="Arial"/>
            </a:endParaRPr>
          </a:p>
        </p:txBody>
      </p:sp>
      <p:sp>
        <p:nvSpPr>
          <p:cNvPr id="119" name="CustomShape 5"/>
          <p:cNvSpPr/>
          <p:nvPr/>
        </p:nvSpPr>
        <p:spPr>
          <a:xfrm>
            <a:off x="6447240" y="5663880"/>
            <a:ext cx="1917360" cy="302760"/>
          </a:xfrm>
          <a:prstGeom prst="rect">
            <a:avLst/>
          </a:prstGeom>
          <a:noFill/>
          <a:ln>
            <a:noFill/>
          </a:ln>
        </p:spPr>
        <p:style>
          <a:lnRef idx="0"/>
          <a:fillRef idx="0"/>
          <a:effectRef idx="0"/>
          <a:fontRef idx="minor"/>
        </p:style>
        <p:txBody>
          <a:bodyPr lIns="90000" rIns="90000" tIns="45000" bIns="45000"/>
          <a:p>
            <a:pPr>
              <a:lnSpc>
                <a:spcPct val="100000"/>
              </a:lnSpc>
            </a:pPr>
            <a:r>
              <a:rPr b="0" lang="en-US" sz="1400" spc="-1" strike="noStrike">
                <a:solidFill>
                  <a:srgbClr val="ffffff"/>
                </a:solidFill>
                <a:uFill>
                  <a:solidFill>
                    <a:srgbClr val="ffffff"/>
                  </a:solidFill>
                </a:uFill>
                <a:latin typeface="Calibri"/>
                <a:ea typeface="DejaVu Sans"/>
              </a:rPr>
              <a:t>Validation</a:t>
            </a:r>
            <a:endParaRPr b="0" lang="en-US" sz="1800" spc="-1" strike="noStrike">
              <a:solidFill>
                <a:srgbClr val="ffffff"/>
              </a:solidFill>
              <a:uFill>
                <a:solidFill>
                  <a:srgbClr val="ffffff"/>
                </a:solidFill>
              </a:uFill>
              <a:latin typeface="Arial"/>
            </a:endParaRPr>
          </a:p>
        </p:txBody>
      </p:sp>
      <p:sp>
        <p:nvSpPr>
          <p:cNvPr id="120" name="CustomShape 6"/>
          <p:cNvSpPr/>
          <p:nvPr/>
        </p:nvSpPr>
        <p:spPr>
          <a:xfrm>
            <a:off x="3571920" y="1928880"/>
            <a:ext cx="4951800" cy="363960"/>
          </a:xfrm>
          <a:prstGeom prst="rect">
            <a:avLst/>
          </a:prstGeom>
          <a:noFill/>
          <a:ln>
            <a:noFill/>
          </a:ln>
        </p:spPr>
        <p:style>
          <a:lnRef idx="0"/>
          <a:fillRef idx="0"/>
          <a:effectRef idx="0"/>
          <a:fontRef idx="minor"/>
        </p:style>
        <p:txBody>
          <a:bodyPr lIns="90000" rIns="90000" tIns="45000" bIns="45000"/>
          <a:p>
            <a:pPr algn="ctr">
              <a:lnSpc>
                <a:spcPct val="100000"/>
              </a:lnSpc>
            </a:pPr>
            <a:r>
              <a:rPr b="0" lang="en-US" sz="2000" spc="-1" strike="noStrike">
                <a:solidFill>
                  <a:srgbClr val="000000"/>
                </a:solidFill>
                <a:uFill>
                  <a:solidFill>
                    <a:srgbClr val="ffffff"/>
                  </a:solidFill>
                </a:uFill>
                <a:latin typeface="Calibri"/>
                <a:ea typeface="DejaVu Sans"/>
              </a:rPr>
              <a:t>Cross Entropy</a:t>
            </a:r>
            <a:endParaRPr b="0" lang="en-US" sz="1800" spc="-1" strike="noStrike">
              <a:solidFill>
                <a:srgbClr val="ffffff"/>
              </a:solidFill>
              <a:uFill>
                <a:solidFill>
                  <a:srgbClr val="ffffff"/>
                </a:solidFill>
              </a:uFill>
              <a:latin typeface="Arial"/>
            </a:endParaRPr>
          </a:p>
        </p:txBody>
      </p:sp>
    </p:spTree>
  </p:cSld>
  <p:timing>
    <p:tnLst>
      <p:par>
        <p:cTn id="225" dur="indefinite" restart="never" nodeType="tmRoot">
          <p:childTnLst>
            <p:seq>
              <p:cTn id="226" dur="indefinite" nodeType="mainSeq">
                <p:childTnLst>
                  <p:par>
                    <p:cTn id="227" fill="hold">
                      <p:stCondLst>
                        <p:cond delay="0"/>
                      </p:stCondLst>
                      <p:childTnLst>
                        <p:par>
                          <p:cTn id="228" fill="hold">
                            <p:stCondLst>
                              <p:cond delay="0"/>
                            </p:stCondLst>
                            <p:childTnLst>
                              <p:par>
                                <p:cTn id="229" nodeType="afterEffect" fill="hold" presetClass="entr" presetID="16" presetSubtype="21">
                                  <p:stCondLst>
                                    <p:cond delay="0"/>
                                  </p:stCondLst>
                                  <p:childTnLst>
                                    <p:set>
                                      <p:cBhvr>
                                        <p:cTn id="230" dur="1" fill="hold">
                                          <p:stCondLst>
                                            <p:cond delay="0"/>
                                          </p:stCondLst>
                                        </p:cTn>
                                        <p:tgtEl>
                                          <p:spTgt spid="114"/>
                                        </p:tgtEl>
                                        <p:attrNameLst>
                                          <p:attrName>style.visibility</p:attrName>
                                        </p:attrNameLst>
                                      </p:cBhvr>
                                      <p:to>
                                        <p:strVal val="visible"/>
                                      </p:to>
                                    </p:set>
                                    <p:animEffect filter="barn(inVertical)" transition="out">
                                      <p:cBhvr additive="repl">
                                        <p:cTn id="231" dur="500"/>
                                        <p:tgtEl>
                                          <p:spTgt spid="114"/>
                                        </p:tgtEl>
                                      </p:cBhvr>
                                    </p:animEffect>
                                  </p:childTnLst>
                                </p:cTn>
                              </p:par>
                            </p:childTnLst>
                          </p:cTn>
                        </p:par>
                        <p:par>
                          <p:cTn id="232" fill="hold">
                            <p:stCondLst>
                              <p:cond delay="500"/>
                            </p:stCondLst>
                            <p:childTnLst>
                              <p:par>
                                <p:cTn id="233" nodeType="afterEffect" fill="hold" presetClass="entr" presetID="22" presetSubtype="4">
                                  <p:stCondLst>
                                    <p:cond delay="0"/>
                                  </p:stCondLst>
                                  <p:childTnLst>
                                    <p:set>
                                      <p:cBhvr>
                                        <p:cTn id="234" dur="1" fill="hold">
                                          <p:stCondLst>
                                            <p:cond delay="0"/>
                                          </p:stCondLst>
                                        </p:cTn>
                                        <p:tgtEl>
                                          <p:spTgt spid="115"/>
                                        </p:tgtEl>
                                        <p:attrNameLst>
                                          <p:attrName>style.visibility</p:attrName>
                                        </p:attrNameLst>
                                      </p:cBhvr>
                                      <p:to>
                                        <p:strVal val="visible"/>
                                      </p:to>
                                    </p:set>
                                    <p:animEffect filter="wipe(down)" transition="out">
                                      <p:cBhvr additive="repl">
                                        <p:cTn id="235" dur="500"/>
                                        <p:tgtEl>
                                          <p:spTgt spid="115"/>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CustomShape 1"/>
          <p:cNvSpPr/>
          <p:nvPr/>
        </p:nvSpPr>
        <p:spPr>
          <a:xfrm>
            <a:off x="1528200" y="2442600"/>
            <a:ext cx="8621280" cy="1309320"/>
          </a:xfrm>
          <a:prstGeom prst="rect">
            <a:avLst/>
          </a:prstGeom>
          <a:noFill/>
          <a:ln>
            <a:noFill/>
          </a:ln>
        </p:spPr>
        <p:style>
          <a:lnRef idx="0"/>
          <a:fillRef idx="0"/>
          <a:effectRef idx="0"/>
          <a:fontRef idx="minor"/>
        </p:style>
        <p:txBody>
          <a:bodyPr lIns="90000" rIns="90000" tIns="45000" bIns="45000"/>
          <a:p>
            <a:pPr algn="ctr">
              <a:lnSpc>
                <a:spcPct val="100000"/>
              </a:lnSpc>
            </a:pPr>
            <a:r>
              <a:rPr b="0" lang="en-US" sz="8000" spc="-1" strike="noStrike">
                <a:solidFill>
                  <a:srgbClr val="ffffff"/>
                </a:solidFill>
                <a:uFill>
                  <a:solidFill>
                    <a:srgbClr val="ffffff"/>
                  </a:solidFill>
                </a:uFill>
                <a:latin typeface="comic"/>
              </a:rPr>
              <a:t>THANK YOU !</a:t>
            </a:r>
            <a:endParaRPr b="0" lang="en-US" sz="1800" spc="-1" strike="noStrike">
              <a:solidFill>
                <a:srgbClr val="ffffff"/>
              </a:solidFill>
              <a:uFill>
                <a:solidFill>
                  <a:srgbClr val="ffffff"/>
                </a:solidFill>
              </a:uFill>
              <a:latin typeface="Arial"/>
            </a:endParaRPr>
          </a:p>
        </p:txBody>
      </p:sp>
    </p:spTree>
  </p:cSld>
  <p:timing>
    <p:tnLst>
      <p:par>
        <p:cTn id="236" dur="indefinite" restart="never" nodeType="tmRoot">
          <p:childTnLst>
            <p:seq>
              <p:cTn id="237" dur="indefinite" nodeType="mainSeq">
                <p:childTnLst>
                  <p:par>
                    <p:cTn id="238" fill="hold">
                      <p:stCondLst>
                        <p:cond delay="0"/>
                      </p:stCondLst>
                      <p:childTnLst>
                        <p:par>
                          <p:cTn id="239" fill="hold">
                            <p:stCondLst>
                              <p:cond delay="0"/>
                            </p:stCondLst>
                            <p:childTnLst>
                              <p:par>
                                <p:cTn id="240" nodeType="afterEffect" fill="remove" presetClass="emph" presetID="27">
                                  <p:stCondLst>
                                    <p:cond delay="0"/>
                                  </p:stCondLst>
                                  <p:childTnLst>
                                    <p:set>
                                      <p:cBhvr>
                                        <p:cTn id="241" dur="500" fill="remove"/>
                                        <p:tgtEl>
                                          <p:spTgt spid="121">
                                            <p:txEl>
                                              <p:pRg st="0" end="12"/>
                                            </p:txEl>
                                          </p:spTgt>
                                        </p:tgtEl>
                                        <p:attrNameLst>
                                          <p:attrName/>
                                        </p:attrNameLst>
                                      </p:cBhvr>
                                      <p:to/>
                                    </p:set>
                                    <p:set>
                                      <p:cBhvr>
                                        <p:cTn id="242" dur="500" fill="remove"/>
                                        <p:tgtEl>
                                          <p:spTgt spid="121">
                                            <p:txEl>
                                              <p:pRg st="0" end="12"/>
                                            </p:txEl>
                                          </p:spTgt>
                                        </p:tgtEl>
                                      </p:cBhvr>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Celestial</Template>
  <TotalTime>39</TotalTime>
  <Application>LibreOffice/5.1.6.2$Linux_X86_64 LibreOffice_project/10m0$Build-2</Application>
  <Words>322</Words>
  <Paragraphs>41</Paragraphs>
  <Company>HP</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2019-04-17T20:22:49Z</dcterms:created>
  <dc:creator>HP</dc:creator>
  <dc:description/>
  <dc:language>en-US</dc:language>
  <cp:lastModifiedBy/>
  <dcterms:modified xsi:type="dcterms:W3CDTF">2019-10-03T21:42:32Z</dcterms:modified>
  <cp:revision>61</cp:revision>
  <dc:subject/>
  <dc:title>Multi-Script Text identification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Company">
    <vt:lpwstr>HP</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0</vt:i4>
  </property>
  <property fmtid="{D5CDD505-2E9C-101B-9397-08002B2CF9AE}" pid="9" name="PresentationFormat">
    <vt:lpwstr>Widescreen</vt:lpwstr>
  </property>
  <property fmtid="{D5CDD505-2E9C-101B-9397-08002B2CF9AE}" pid="10" name="ScaleCrop">
    <vt:bool>0</vt:bool>
  </property>
  <property fmtid="{D5CDD505-2E9C-101B-9397-08002B2CF9AE}" pid="11" name="ShareDoc">
    <vt:bool>0</vt:bool>
  </property>
  <property fmtid="{D5CDD505-2E9C-101B-9397-08002B2CF9AE}" pid="12" name="Slides">
    <vt:i4>10</vt:i4>
  </property>
</Properties>
</file>